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248B6-023C-40E8-9AB2-3D1A867B0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D3B0BB-D3D3-48DA-A71D-6070D8609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72F160-2BBF-4139-AAF8-17D521EC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15FE04-A9B8-4248-BE55-EA085C58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00D235-C80E-45BD-A5D3-B4A4A3D9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44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98CBD-A306-48A3-8C1C-EDC86776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4394E8-FA26-40B3-BA0C-B6974E2E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3A805-1C84-4266-B899-66D3A0D7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B1603E-12E4-40D9-A3A1-DC685AC0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0EF81B-0E49-4E6E-89D6-14EE9336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59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103212-4EAE-4C17-97A8-AF294523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D69F4-6D17-4065-947B-259AC78C8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731580-02A6-4312-8D0C-6656B318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DCD66D-4DE9-43A6-8767-976CE8D0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7DF091-751A-4655-9784-4D9ED710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46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57B6F7-AEF2-4B53-9E41-DD0E70FA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B78132-666B-4BAD-83CA-D37C2DF25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F2D73-01CD-448D-804A-6126A21D2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D78F28-389A-4E01-B4F8-392E9C03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6A26C6-32C7-4D62-B8CC-B9274FFB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6780DA-4C83-4954-B912-AC13A32A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04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66A96F-6360-48EE-AF30-8A7AC6B6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FB703A-CA0A-4BE8-80AD-992481CD4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948911-5C9B-45D7-A986-B05BC2540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A5A29DD-C454-445C-B8B0-08F311237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6B5129-AE82-4E92-954D-B92E3E915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B5AE540-6F21-4609-8D8E-F9B975EB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A4C96C-1F3F-4A94-8B5D-F524FDAD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D58C4D7-6185-4172-B8D7-D1DD732D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76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EB88D6-36DA-4D9A-A13F-5476C9B9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D9DB31-8F63-4DCC-9FB4-8BC87A27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05DE23-2D0D-461B-A31E-80E71D0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782A61-1847-4BC4-A32F-F705D1C7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36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B1CB571-7224-4B9C-B5C2-F90AC008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57D0A9-CF58-4C34-AF96-30AC8A17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0327C7-F92D-4AA5-9083-E146AE61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74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23546E-50BC-40DD-9446-CB3D84D9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A46DE-2AE3-442B-AD11-8E1ABEEC2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DF576A-9642-41C6-A5B8-2ED7F21C7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60579C-D3BC-4EA1-88DA-430C14C7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3B71F7-0B04-4598-93EE-B5908512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179984-A345-4601-871A-D03FB05D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714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C7FD5-95EB-4336-9DFB-86D56EAA7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7430E33-2DD1-4518-BA21-361BBCA5B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C3D347-F264-43A1-AD8B-8E57F6AA1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982B3C-4506-4BD6-8DF7-70EAA2BE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01ACDF-7982-4963-9C04-849A4732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DD200C-AE6A-404A-B442-2A9920BA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81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2A974-FE8F-4808-8D5F-44365FC3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D86E3E-5416-4AB9-90EC-E339D412C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F38A31-70D9-43D2-86D3-28172D7C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4EE551-8E21-4150-A13E-6607CEBD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C5F25-1492-4142-8500-6677245E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28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AB755B8-00D7-439A-89EF-CD9DE95F9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8F9737-5296-4E86-B353-EB52E5B35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0D27DC-9971-4CB6-B252-CC73486D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163AFC-A549-4A6D-BCE2-75957FEF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B79D6E-67AC-4DC2-95D8-090DF30D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13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B49C007-1AD2-490A-9B5A-551CAF06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C47A0E-9A48-4DED-9904-1FE0E9AA6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2DAFC4-85F0-4DEC-8013-B99E15C18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320E-32C0-41E8-B86A-CB9B402FE104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728F2C-4402-4F1F-AEB1-E5A99126D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97E4CC-C426-4C0B-BB5C-0FC9530C2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67621-D1F7-47AC-808D-9306614649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3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C42F9-57F3-438E-95B3-6D17D0F62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程式設計實習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CBAAEB-0A5E-4DA2-B6F0-003C2E49B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2025.3.7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985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46D111-73B8-409A-A914-0744322298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56" t="15526" r="35208" b="43457"/>
          <a:stretch/>
        </p:blipFill>
        <p:spPr>
          <a:xfrm>
            <a:off x="135465" y="717755"/>
            <a:ext cx="8382001" cy="608296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73E72A5-84A0-4AC0-9F6C-B9662E1DA9E2}"/>
              </a:ext>
            </a:extLst>
          </p:cNvPr>
          <p:cNvSpPr txBox="1"/>
          <p:nvPr/>
        </p:nvSpPr>
        <p:spPr>
          <a:xfrm>
            <a:off x="135465" y="277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10035 - Primary Arithmetic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079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7CA4019-7DC9-45B0-92CE-E8111EF2CCF8}"/>
              </a:ext>
            </a:extLst>
          </p:cNvPr>
          <p:cNvSpPr txBox="1"/>
          <p:nvPr/>
        </p:nvSpPr>
        <p:spPr>
          <a:xfrm>
            <a:off x="7747001" y="543467"/>
            <a:ext cx="11938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123 456 </a:t>
            </a:r>
          </a:p>
          <a:p>
            <a:r>
              <a:rPr lang="en-US" altLang="zh-TW" dirty="0"/>
              <a:t>555 555 </a:t>
            </a:r>
          </a:p>
          <a:p>
            <a:r>
              <a:rPr lang="en-US" altLang="zh-TW" dirty="0"/>
              <a:t>123 594 </a:t>
            </a:r>
          </a:p>
          <a:p>
            <a:r>
              <a:rPr lang="en-US" altLang="zh-TW" dirty="0"/>
              <a:t>0 0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C262812-6B73-4CE2-8B4F-D6FD83C67220}"/>
              </a:ext>
            </a:extLst>
          </p:cNvPr>
          <p:cNvSpPr txBox="1"/>
          <p:nvPr/>
        </p:nvSpPr>
        <p:spPr>
          <a:xfrm>
            <a:off x="194733" y="0"/>
            <a:ext cx="6096000" cy="6986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n, m, a, b, carry, count;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n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m;</a:t>
            </a: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(n != 0 || m != 0) {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carry = 0;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count = 0;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(n &gt; 0 || m &gt; 0) {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if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(n % 10 + m % 10 + carry &gt;= 10) {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++count;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carry = 1;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}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else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carry = 0;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 /= 10;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 /= 10;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}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(count &lt;= 1)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if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(count == 0)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"No carry operation.\n"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else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"1 carry operation.\n"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else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count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 carry operations.\n"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2"/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n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m;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99DEBD8-5AEB-4482-AE0B-6DDF95007717}"/>
              </a:ext>
            </a:extLst>
          </p:cNvPr>
          <p:cNvSpPr txBox="1"/>
          <p:nvPr/>
        </p:nvSpPr>
        <p:spPr>
          <a:xfrm>
            <a:off x="7747001" y="1951674"/>
            <a:ext cx="216746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No carry operation. </a:t>
            </a:r>
          </a:p>
          <a:p>
            <a:r>
              <a:rPr lang="en-US" altLang="zh-TW" dirty="0"/>
              <a:t>3 carry operations. </a:t>
            </a:r>
          </a:p>
          <a:p>
            <a:r>
              <a:rPr lang="en-US" altLang="zh-TW" dirty="0"/>
              <a:t>1 carry operation.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EBDDD3-1DCF-4DAA-8EF0-473E4E99A585}"/>
              </a:ext>
            </a:extLst>
          </p:cNvPr>
          <p:cNvSpPr txBox="1"/>
          <p:nvPr/>
        </p:nvSpPr>
        <p:spPr>
          <a:xfrm>
            <a:off x="7747001" y="3105834"/>
            <a:ext cx="189338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12 89</a:t>
            </a:r>
            <a:endParaRPr lang="en-US" altLang="zh-TW" dirty="0"/>
          </a:p>
          <a:p>
            <a:r>
              <a:rPr lang="en-US" altLang="zh-TW" dirty="0"/>
              <a:t>0 0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74CAFC-1CC0-471C-8563-5DDA588F87A7}"/>
              </a:ext>
            </a:extLst>
          </p:cNvPr>
          <p:cNvSpPr txBox="1"/>
          <p:nvPr/>
        </p:nvSpPr>
        <p:spPr>
          <a:xfrm>
            <a:off x="7773127" y="3982995"/>
            <a:ext cx="19891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2 carry operations.</a:t>
            </a:r>
          </a:p>
        </p:txBody>
      </p:sp>
    </p:spTree>
    <p:extLst>
      <p:ext uri="{BB962C8B-B14F-4D97-AF65-F5344CB8AC3E}">
        <p14:creationId xmlns:p14="http://schemas.microsoft.com/office/powerpoint/2010/main" val="196313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15E05C6-E8E1-4672-B56C-6A2C700902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86" t="16173" r="35348" b="50220"/>
          <a:stretch/>
        </p:blipFill>
        <p:spPr>
          <a:xfrm>
            <a:off x="101600" y="671040"/>
            <a:ext cx="8153400" cy="618696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219395A-8195-4975-AB10-FC312A6D6C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86" t="49780" r="57402" b="15308"/>
          <a:stretch/>
        </p:blipFill>
        <p:spPr>
          <a:xfrm>
            <a:off x="8500534" y="315440"/>
            <a:ext cx="3589866" cy="61869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60102378-29A1-422C-B7FB-49DF90EAC936}"/>
              </a:ext>
            </a:extLst>
          </p:cNvPr>
          <p:cNvSpPr txBox="1"/>
          <p:nvPr/>
        </p:nvSpPr>
        <p:spPr>
          <a:xfrm>
            <a:off x="9558867" y="5554133"/>
            <a:ext cx="23706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2x</a:t>
            </a:r>
            <a:r>
              <a:rPr lang="en-US" altLang="zh-TW" dirty="0">
                <a:solidFill>
                  <a:srgbClr val="FF0000"/>
                </a:solidFill>
              </a:rPr>
              <a:t>10</a:t>
            </a:r>
            <a:r>
              <a:rPr lang="en-US" altLang="zh-TW" dirty="0"/>
              <a:t>+2x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baseline="30000" dirty="0"/>
              <a:t>2</a:t>
            </a:r>
            <a:r>
              <a:rPr lang="en-US" altLang="zh-TW" dirty="0"/>
              <a:t>+2x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en-US" altLang="zh-TW" baseline="30000" dirty="0"/>
              <a:t>3</a:t>
            </a:r>
            <a:r>
              <a:rPr lang="en-US" altLang="zh-TW" dirty="0"/>
              <a:t> = 134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A434A5F7-4385-4BB7-9565-89FE75AFA017}"/>
              </a:ext>
            </a:extLst>
          </p:cNvPr>
          <p:cNvCxnSpPr/>
          <p:nvPr/>
        </p:nvCxnSpPr>
        <p:spPr>
          <a:xfrm>
            <a:off x="9135533" y="5672667"/>
            <a:ext cx="389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BC259E-957F-450C-94D2-8585FB96146E}"/>
              </a:ext>
            </a:extLst>
          </p:cNvPr>
          <p:cNvSpPr txBox="1"/>
          <p:nvPr/>
        </p:nvSpPr>
        <p:spPr>
          <a:xfrm>
            <a:off x="101600" y="3154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11824 - A Minimum Land Price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312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4FE3684-8966-40E6-B9E6-27141D280E1D}"/>
              </a:ext>
            </a:extLst>
          </p:cNvPr>
          <p:cNvSpPr txBox="1"/>
          <p:nvPr/>
        </p:nvSpPr>
        <p:spPr>
          <a:xfrm>
            <a:off x="177801" y="81930"/>
            <a:ext cx="5825066" cy="66941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130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#include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A31515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&lt;iostream&gt;</a:t>
            </a:r>
            <a:endParaRPr lang="en-US" altLang="zh-TW"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r>
              <a:rPr lang="en-US" altLang="zh-TW" sz="130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#include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A31515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&lt;algorithm&gt;</a:t>
            </a:r>
            <a:endParaRPr lang="en-US" altLang="zh-TW"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using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namespace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std;</a:t>
            </a:r>
          </a:p>
          <a:p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main() {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t, a[50];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cin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&gt;&gt;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t;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while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(t--) {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n = 0;</a:t>
            </a:r>
          </a:p>
          <a:p>
            <a:r>
              <a:rPr lang="pt-BR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pt-BR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while</a:t>
            </a:r>
            <a:r>
              <a:rPr lang="pt-BR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(cin </a:t>
            </a:r>
            <a:r>
              <a:rPr lang="pt-BR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&gt;&gt;</a:t>
            </a:r>
            <a:r>
              <a:rPr lang="pt-BR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a[n] &amp;&amp; a[n])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n++;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sort(a, a + n, std::</a:t>
            </a:r>
            <a:r>
              <a:rPr lang="en-US" altLang="zh-TW" sz="1300" dirty="0">
                <a:solidFill>
                  <a:srgbClr val="2B91A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greater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&gt;());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, j, k;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long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long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sum = 0, flag = 0,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tmp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nn-NO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nn-NO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nn-NO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(i = 0; i &lt; n; i++) {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tmp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= 1;</a:t>
            </a:r>
          </a:p>
          <a:p>
            <a:r>
              <a:rPr lang="nn-NO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nn-NO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nn-NO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(k = 0; k &lt; i + 1; k++) {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tmp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*= a[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];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if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(sum + 2 *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tmp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&gt; 5000000) {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    flag = 1;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break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zh-TW" altLang="en-US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}</a:t>
            </a:r>
          </a:p>
          <a:p>
            <a:r>
              <a:rPr lang="zh-TW" altLang="en-US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if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(flag)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break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sum += 2 *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tmp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zh-TW" altLang="en-US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if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(flag)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cout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&lt;&lt;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A31515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"Too expensive"</a:t>
            </a:r>
            <a:r>
              <a:rPr lang="en-US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&lt;&lt;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endl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else</a:t>
            </a:r>
            <a:endParaRPr lang="en-US" altLang="zh-TW"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       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cout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&lt;&lt;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sum </a:t>
            </a:r>
            <a:r>
              <a:rPr lang="en-US" altLang="zh-TW" sz="1300" dirty="0">
                <a:solidFill>
                  <a:srgbClr val="0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&lt;&lt;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endl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;</a:t>
            </a:r>
          </a:p>
          <a:p>
            <a:r>
              <a:rPr lang="zh-TW" altLang="en-US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return</a:t>
            </a:r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0;</a:t>
            </a:r>
          </a:p>
          <a:p>
            <a:r>
              <a:rPr lang="en-US" altLang="zh-TW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}</a:t>
            </a:r>
            <a:endParaRPr lang="en-US" altLang="zh-TW" sz="13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B3307C-72B4-4466-A933-4F08D48E3556}"/>
              </a:ext>
            </a:extLst>
          </p:cNvPr>
          <p:cNvSpPr txBox="1"/>
          <p:nvPr/>
        </p:nvSpPr>
        <p:spPr>
          <a:xfrm>
            <a:off x="7577666" y="5512643"/>
            <a:ext cx="188806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134</a:t>
            </a:r>
          </a:p>
          <a:p>
            <a:r>
              <a:rPr lang="zh-TW" altLang="en-US" dirty="0"/>
              <a:t>17744</a:t>
            </a:r>
          </a:p>
          <a:p>
            <a:r>
              <a:rPr lang="zh-TW" altLang="en-US" dirty="0"/>
              <a:t>Too expensive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29BE39-9A68-425D-8371-CF19C3E7688D}"/>
              </a:ext>
            </a:extLst>
          </p:cNvPr>
          <p:cNvSpPr txBox="1"/>
          <p:nvPr/>
        </p:nvSpPr>
        <p:spPr>
          <a:xfrm>
            <a:off x="7577665" y="695109"/>
            <a:ext cx="1888067" cy="4247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3</a:t>
            </a:r>
          </a:p>
          <a:p>
            <a:r>
              <a:rPr lang="zh-TW" altLang="en-US" dirty="0"/>
              <a:t>7</a:t>
            </a:r>
          </a:p>
          <a:p>
            <a:r>
              <a:rPr lang="zh-TW" altLang="en-US" dirty="0"/>
              <a:t>2</a:t>
            </a:r>
          </a:p>
          <a:p>
            <a:r>
              <a:rPr lang="zh-TW" altLang="en-US" dirty="0"/>
              <a:t>10</a:t>
            </a:r>
          </a:p>
          <a:p>
            <a:r>
              <a:rPr lang="zh-TW" altLang="en-US" dirty="0"/>
              <a:t>0</a:t>
            </a:r>
          </a:p>
          <a:p>
            <a:r>
              <a:rPr lang="zh-TW" altLang="en-US" dirty="0"/>
              <a:t>20</a:t>
            </a:r>
          </a:p>
          <a:p>
            <a:r>
              <a:rPr lang="zh-TW" altLang="en-US" dirty="0"/>
              <a:t>29</a:t>
            </a:r>
          </a:p>
          <a:p>
            <a:r>
              <a:rPr lang="zh-TW" altLang="en-US" dirty="0"/>
              <a:t>31</a:t>
            </a:r>
          </a:p>
          <a:p>
            <a:r>
              <a:rPr lang="zh-TW" altLang="en-US" dirty="0"/>
              <a:t>0</a:t>
            </a:r>
          </a:p>
          <a:p>
            <a:r>
              <a:rPr lang="zh-TW" altLang="en-US" dirty="0"/>
              <a:t>42</a:t>
            </a:r>
          </a:p>
          <a:p>
            <a:r>
              <a:rPr lang="zh-TW" altLang="en-US" dirty="0"/>
              <a:t>41</a:t>
            </a:r>
          </a:p>
          <a:p>
            <a:r>
              <a:rPr lang="zh-TW" altLang="en-US" dirty="0"/>
              <a:t>40</a:t>
            </a:r>
          </a:p>
          <a:p>
            <a:r>
              <a:rPr lang="zh-TW" altLang="en-US" dirty="0"/>
              <a:t>37</a:t>
            </a:r>
          </a:p>
          <a:p>
            <a:r>
              <a:rPr lang="zh-TW" altLang="en-US" dirty="0"/>
              <a:t>20</a:t>
            </a:r>
          </a:p>
          <a:p>
            <a:r>
              <a:rPr lang="zh-TW" alt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036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437</Words>
  <Application>Microsoft Office PowerPoint</Application>
  <PresentationFormat>寬螢幕</PresentationFormat>
  <Paragraphs>97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細明體</vt:lpstr>
      <vt:lpstr>Arial</vt:lpstr>
      <vt:lpstr>Calibri</vt:lpstr>
      <vt:lpstr>Calibri Light</vt:lpstr>
      <vt:lpstr>Consolas</vt:lpstr>
      <vt:lpstr>Times New Roman</vt:lpstr>
      <vt:lpstr>Office 佈景主題</vt:lpstr>
      <vt:lpstr>程式設計實習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 Shang-Kuan</dc:creator>
  <cp:lastModifiedBy>Chen Shang-Kuan</cp:lastModifiedBy>
  <cp:revision>6</cp:revision>
  <dcterms:created xsi:type="dcterms:W3CDTF">2025-02-21T04:35:17Z</dcterms:created>
  <dcterms:modified xsi:type="dcterms:W3CDTF">2025-03-07T07:07:43Z</dcterms:modified>
</cp:coreProperties>
</file>
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2" r:id="rId5"/>
    <p:sldId id="266" r:id="rId6"/>
    <p:sldId id="263" r:id="rId7"/>
    <p:sldId id="26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5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26E445-C34C-4DA3-838F-FB0173EF4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C426E0-1769-4096-BD62-AE4B9E978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202B5B-E1AE-4FD9-AE13-FF6D7A87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F600B5-FC98-4AFA-AEF2-61A5548D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E38A15-C114-4054-9676-091E5770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167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4C856-2466-406F-B7A8-673EA1C6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AD3CF8-0599-4F57-9101-3A40E477B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17E58-07DD-4050-B22F-D3E79620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985775-4429-4BE3-A36F-440679B0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6172C5-2F8B-4123-AC58-99EABFCB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341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C087D4-50F6-4A98-B22A-ACD19ED5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628785-15BA-45C9-8526-E60E67001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FC2B22-B8FD-4137-AB77-69AA6F6B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8D14F-43D6-4B31-985D-8700CE52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99627E-8428-4573-8B1B-E66EEAFB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885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B402B-CA4B-4BF4-880A-D9AEB52D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9160DE-DEE7-4A14-ABCC-D36F40B92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0DED55-778E-4E74-B2C7-69537CDF9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F4A1FB-2EE6-4094-85DC-6E616A83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27008B-3CE1-4D36-AF49-BDC7713B0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F6921B-B650-4B30-A26A-25998C37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88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5C269A-197E-42A0-A95F-560C6AA9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211750-D771-4EBB-B2D8-DB3F9E601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0F72F7-7FFA-464A-B872-2FDF4C0C9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C242EB4-4932-45D3-8285-EFE19C368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BDB0FC9-FFA6-42DE-B1E8-E8FB68E03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4B8C9C8-22BE-4709-9D71-5F3A358C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B4B7E8-B881-49C4-9714-E6761F5F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B267E96-3136-40EF-86C4-8FDA3710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37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18E18-BDA0-4CDD-9C49-9A4A9AD1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4DD26A-9601-43B4-8891-C0A5838C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0C8E335-14A9-4DF9-AC60-DE9A6912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A613B0-8FE3-40DE-8DB7-D96D909A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10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E13F0D-412E-4FD8-A154-A9EAFD0C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FA918C-2AA0-4C4D-B432-B53CBB60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333E85-5759-41CA-9132-84A475DE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76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C7CFA-15B4-46F9-820C-F2F23C8C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E5E2E0-3B43-464F-A0FD-B0907CDB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618602-770F-4042-96C4-B2E0686C2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12600-BA82-46F9-B7F9-2CC3CB44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F4E8EA-221D-4DA9-B9F8-E482F12F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4473E0-0286-4B4B-B25A-54B3270F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7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E816E-2442-446B-BF69-7EEF294E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4C3544-37E4-4372-AF93-BD9A89162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480BA0-7031-4D88-86E8-F1FBF2ABA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F037CF-F57C-44AB-B48A-9F9C46AB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01A258-8F91-4B3D-A3F0-3E2143E4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17ACEA-470D-4B8F-8411-4FE46843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25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2E030-A8DF-4F35-AA24-081E309E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5C6E66-824D-408E-A6B1-5A4569FC0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D3966E-8878-4F51-B9FD-CFE3FED7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60A69C-7F40-412A-A226-62D6530B0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00608E-A7DE-40B9-9703-08AFD146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09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EFA94-A146-464C-A9C4-5AEFE751A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B85DC12-1E6E-42E3-8039-00E67FF11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C5CFAC-04D3-4666-BB6D-BB5067DC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86CD4A-6063-493C-9594-F361A66E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A10B3C-E361-4516-B17C-D3B8696A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70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86017E-C34B-41C9-8F94-E73CF1D3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0708C6-9AFD-40CD-A6C7-A4A33D5B6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22E83C-DEA1-412E-B152-93BA20FF8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2DC14-8F63-4739-B532-03B982CE1026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5CA15-D432-4226-91BF-46075E654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3E1A82-1676-4B51-B758-0FEC01860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ECEC9-D42E-4D06-A0FD-630ED3A70D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70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823CE7-F568-4AE5-89F5-2E92739693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042" t="20865" r="15625" b="43449"/>
          <a:stretch/>
        </p:blipFill>
        <p:spPr>
          <a:xfrm>
            <a:off x="152400" y="152397"/>
            <a:ext cx="7740094" cy="65955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0EF5209-822A-4CE5-A61A-3158326CD6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042" t="56764" r="26498" b="4568"/>
          <a:stretch/>
        </p:blipFill>
        <p:spPr>
          <a:xfrm>
            <a:off x="8043335" y="457199"/>
            <a:ext cx="4257054" cy="62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3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818118-38C8-4374-8420-31CE085A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Stable sorting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2EF361-4BAF-4AAE-A4A3-37C056A1E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35136" cy="2100423"/>
          </a:xfrm>
        </p:spPr>
        <p:txBody>
          <a:bodyPr/>
          <a:lstStyle/>
          <a:p>
            <a:r>
              <a:rPr lang="en-US" altLang="zh-TW" dirty="0"/>
              <a:t>for (int </a:t>
            </a:r>
            <a:r>
              <a:rPr lang="en-US" altLang="zh-TW" dirty="0" err="1"/>
              <a:t>i</a:t>
            </a:r>
            <a:r>
              <a:rPr lang="en-US" altLang="zh-TW" dirty="0"/>
              <a:t>=0; </a:t>
            </a:r>
            <a:r>
              <a:rPr lang="en-US" altLang="zh-TW" dirty="0" err="1"/>
              <a:t>i</a:t>
            </a:r>
            <a:r>
              <a:rPr lang="en-US" altLang="zh-TW" dirty="0"/>
              <a:t>&lt;3; </a:t>
            </a:r>
            <a:r>
              <a:rPr lang="en-US" altLang="zh-TW" dirty="0" err="1"/>
              <a:t>i</a:t>
            </a:r>
            <a:r>
              <a:rPr lang="en-US" altLang="zh-TW" dirty="0"/>
              <a:t>++)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for (j=</a:t>
            </a:r>
            <a:r>
              <a:rPr lang="en-US" altLang="zh-TW" dirty="0" err="1"/>
              <a:t>i</a:t>
            </a:r>
            <a:r>
              <a:rPr lang="en-US" altLang="zh-TW" dirty="0"/>
              <a:t>; j&lt;4; </a:t>
            </a:r>
            <a:r>
              <a:rPr lang="en-US" altLang="zh-TW" dirty="0" err="1"/>
              <a:t>j++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if (a[</a:t>
            </a:r>
            <a:r>
              <a:rPr lang="en-US" altLang="zh-TW" dirty="0" err="1"/>
              <a:t>i</a:t>
            </a:r>
            <a:r>
              <a:rPr lang="en-US" altLang="zh-TW" dirty="0"/>
              <a:t>] &lt; a[j])</a:t>
            </a:r>
          </a:p>
          <a:p>
            <a:r>
              <a:rPr lang="en-US" altLang="zh-TW" dirty="0"/>
              <a:t>            swap (a[</a:t>
            </a:r>
            <a:r>
              <a:rPr lang="en-US" altLang="zh-TW" dirty="0" err="1"/>
              <a:t>i</a:t>
            </a:r>
            <a:r>
              <a:rPr lang="en-US" altLang="zh-TW" dirty="0"/>
              <a:t>], a[j])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41A418-EE23-40F2-BE67-5F3B2C923DE3}"/>
              </a:ext>
            </a:extLst>
          </p:cNvPr>
          <p:cNvSpPr txBox="1"/>
          <p:nvPr/>
        </p:nvSpPr>
        <p:spPr>
          <a:xfrm>
            <a:off x="5796793" y="1535185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TW" dirty="0"/>
              <a:t>2a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FBD1D1C-7BC0-41D2-837A-F7877EEF158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6308521" y="2114026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B0C26F-B621-4E9A-8BAC-2C5D987C8573}"/>
              </a:ext>
            </a:extLst>
          </p:cNvPr>
          <p:cNvSpPr txBox="1"/>
          <p:nvPr/>
        </p:nvSpPr>
        <p:spPr>
          <a:xfrm>
            <a:off x="6820250" y="1535185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2a</a:t>
            </a:r>
          </a:p>
          <a:p>
            <a:r>
              <a:rPr lang="en-US" altLang="zh-TW" dirty="0"/>
              <a:t>1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2DF61C-AD30-46C5-AE97-9F376C8613F6}"/>
              </a:ext>
            </a:extLst>
          </p:cNvPr>
          <p:cNvCxnSpPr>
            <a:cxnSpLocks/>
          </p:cNvCxnSpPr>
          <p:nvPr/>
        </p:nvCxnSpPr>
        <p:spPr>
          <a:xfrm flipV="1">
            <a:off x="7295974" y="2114026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5024F24-E98F-4511-93B2-0ADD70AC56C8}"/>
              </a:ext>
            </a:extLst>
          </p:cNvPr>
          <p:cNvSpPr txBox="1"/>
          <p:nvPr/>
        </p:nvSpPr>
        <p:spPr>
          <a:xfrm>
            <a:off x="7807703" y="1535185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2a</a:t>
            </a:r>
          </a:p>
          <a:p>
            <a:r>
              <a:rPr lang="en-US" altLang="zh-TW" dirty="0"/>
              <a:t>1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09EC0C2-17E8-46B9-A4C9-9509940F2DCA}"/>
              </a:ext>
            </a:extLst>
          </p:cNvPr>
          <p:cNvCxnSpPr>
            <a:cxnSpLocks/>
          </p:cNvCxnSpPr>
          <p:nvPr/>
        </p:nvCxnSpPr>
        <p:spPr>
          <a:xfrm flipV="1">
            <a:off x="8283427" y="2114026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0D7896-60C0-441F-8564-AACCBB7FF722}"/>
              </a:ext>
            </a:extLst>
          </p:cNvPr>
          <p:cNvSpPr txBox="1"/>
          <p:nvPr/>
        </p:nvSpPr>
        <p:spPr>
          <a:xfrm>
            <a:off x="8795156" y="1535185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</a:p>
          <a:p>
            <a:r>
              <a:rPr lang="en-US" altLang="zh-TW" dirty="0"/>
              <a:t>1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2a</a:t>
            </a:r>
            <a:endParaRPr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01CA0F3B-00D3-4328-AE04-A408C9BFD02D}"/>
              </a:ext>
            </a:extLst>
          </p:cNvPr>
          <p:cNvSpPr txBox="1">
            <a:spLocks/>
          </p:cNvSpPr>
          <p:nvPr/>
        </p:nvSpPr>
        <p:spPr>
          <a:xfrm>
            <a:off x="838200" y="4243052"/>
            <a:ext cx="3935136" cy="2100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for (int </a:t>
            </a:r>
            <a:r>
              <a:rPr lang="en-US" altLang="zh-TW" dirty="0" err="1"/>
              <a:t>i</a:t>
            </a:r>
            <a:r>
              <a:rPr lang="en-US" altLang="zh-TW" dirty="0"/>
              <a:t>=0; </a:t>
            </a:r>
            <a:r>
              <a:rPr lang="en-US" altLang="zh-TW" dirty="0" err="1"/>
              <a:t>i</a:t>
            </a:r>
            <a:r>
              <a:rPr lang="en-US" altLang="zh-TW" dirty="0"/>
              <a:t>&lt;3; </a:t>
            </a:r>
            <a:r>
              <a:rPr lang="en-US" altLang="zh-TW" dirty="0" err="1"/>
              <a:t>i</a:t>
            </a:r>
            <a:r>
              <a:rPr lang="en-US" altLang="zh-TW" dirty="0"/>
              <a:t>++)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for (j=0; j&lt;3; </a:t>
            </a:r>
            <a:r>
              <a:rPr lang="en-US" altLang="zh-TW" dirty="0" err="1"/>
              <a:t>j++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if (a[j] &lt; a[j+1])</a:t>
            </a:r>
          </a:p>
          <a:p>
            <a:r>
              <a:rPr lang="en-US" altLang="zh-TW" dirty="0"/>
              <a:t>            swap (a[j], a[j+1])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742A366-78C7-4C92-8699-21F389C25CF5}"/>
              </a:ext>
            </a:extLst>
          </p:cNvPr>
          <p:cNvSpPr txBox="1"/>
          <p:nvPr/>
        </p:nvSpPr>
        <p:spPr>
          <a:xfrm>
            <a:off x="9580228" y="1825625"/>
            <a:ext cx="184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Not stable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4653714-0732-42E5-A6D3-EAF212CEDF78}"/>
              </a:ext>
            </a:extLst>
          </p:cNvPr>
          <p:cNvSpPr txBox="1"/>
          <p:nvPr/>
        </p:nvSpPr>
        <p:spPr>
          <a:xfrm>
            <a:off x="5693329" y="4414007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TW" dirty="0"/>
              <a:t>2a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58B114C-153D-4A3B-B2B6-7CB5DF3237F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205057" y="4992848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847DD3C-81F1-4BDF-BC0B-23B795F4481A}"/>
              </a:ext>
            </a:extLst>
          </p:cNvPr>
          <p:cNvSpPr txBox="1"/>
          <p:nvPr/>
        </p:nvSpPr>
        <p:spPr>
          <a:xfrm>
            <a:off x="6716786" y="4414007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2a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9B0AE4C-93EF-4EB8-959B-FE6EC28217D0}"/>
              </a:ext>
            </a:extLst>
          </p:cNvPr>
          <p:cNvCxnSpPr>
            <a:cxnSpLocks/>
          </p:cNvCxnSpPr>
          <p:nvPr/>
        </p:nvCxnSpPr>
        <p:spPr>
          <a:xfrm flipV="1">
            <a:off x="7192510" y="4992848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48B0DD9-3101-494D-AAC0-E0075E3D5A17}"/>
              </a:ext>
            </a:extLst>
          </p:cNvPr>
          <p:cNvSpPr txBox="1"/>
          <p:nvPr/>
        </p:nvSpPr>
        <p:spPr>
          <a:xfrm>
            <a:off x="7704239" y="4414007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2a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8C1857DB-6E4D-4EF0-A339-8B7E74885728}"/>
              </a:ext>
            </a:extLst>
          </p:cNvPr>
          <p:cNvCxnSpPr>
            <a:cxnSpLocks/>
          </p:cNvCxnSpPr>
          <p:nvPr/>
        </p:nvCxnSpPr>
        <p:spPr>
          <a:xfrm flipV="1">
            <a:off x="8179963" y="4992848"/>
            <a:ext cx="360727" cy="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EE526CA-F7B2-4494-BC7B-B906952149E4}"/>
              </a:ext>
            </a:extLst>
          </p:cNvPr>
          <p:cNvSpPr txBox="1"/>
          <p:nvPr/>
        </p:nvSpPr>
        <p:spPr>
          <a:xfrm>
            <a:off x="8691692" y="4414007"/>
            <a:ext cx="511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2a</a:t>
            </a:r>
          </a:p>
          <a:p>
            <a:r>
              <a:rPr lang="en-US" altLang="zh-TW" dirty="0"/>
              <a:t>2b</a:t>
            </a:r>
          </a:p>
          <a:p>
            <a:r>
              <a:rPr lang="en-US" altLang="zh-TW" dirty="0"/>
              <a:t>3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6EDC581-D74C-4ED9-93A9-F07E4D94B533}"/>
              </a:ext>
            </a:extLst>
          </p:cNvPr>
          <p:cNvSpPr txBox="1"/>
          <p:nvPr/>
        </p:nvSpPr>
        <p:spPr>
          <a:xfrm>
            <a:off x="9354422" y="4829505"/>
            <a:ext cx="184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Stable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124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7C630E9-4937-4BF9-90DC-FF04A4D929D8}"/>
              </a:ext>
            </a:extLst>
          </p:cNvPr>
          <p:cNvSpPr txBox="1"/>
          <p:nvPr/>
        </p:nvSpPr>
        <p:spPr>
          <a:xfrm>
            <a:off x="5334000" y="701302"/>
            <a:ext cx="3048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3 </a:t>
            </a:r>
          </a:p>
          <a:p>
            <a:r>
              <a:rPr lang="en-US" altLang="zh-TW" dirty="0"/>
              <a:t>This is a test. </a:t>
            </a:r>
          </a:p>
          <a:p>
            <a:r>
              <a:rPr lang="en-US" altLang="zh-TW" dirty="0"/>
              <a:t>Count me 1 2 3 4 5. </a:t>
            </a:r>
          </a:p>
          <a:p>
            <a:r>
              <a:rPr lang="en-US" altLang="zh-TW" dirty="0"/>
              <a:t>Wow!!!! Is this question easy?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AE3A44-8938-461F-8EC9-8C4E917AC288}"/>
              </a:ext>
            </a:extLst>
          </p:cNvPr>
          <p:cNvSpPr txBox="1"/>
          <p:nvPr/>
        </p:nvSpPr>
        <p:spPr>
          <a:xfrm>
            <a:off x="5334000" y="2298974"/>
            <a:ext cx="728133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S 7</a:t>
            </a:r>
          </a:p>
          <a:p>
            <a:r>
              <a:rPr lang="zh-TW" altLang="en-US" dirty="0"/>
              <a:t>T 6</a:t>
            </a:r>
          </a:p>
          <a:p>
            <a:r>
              <a:rPr lang="zh-TW" altLang="en-US" dirty="0"/>
              <a:t>I 5</a:t>
            </a:r>
          </a:p>
          <a:p>
            <a:r>
              <a:rPr lang="zh-TW" altLang="en-US" dirty="0"/>
              <a:t>E 4</a:t>
            </a:r>
          </a:p>
          <a:p>
            <a:r>
              <a:rPr lang="zh-TW" altLang="en-US" dirty="0"/>
              <a:t>O 3</a:t>
            </a:r>
          </a:p>
          <a:p>
            <a:r>
              <a:rPr lang="zh-TW" altLang="en-US" dirty="0"/>
              <a:t>A 2</a:t>
            </a:r>
          </a:p>
          <a:p>
            <a:r>
              <a:rPr lang="zh-TW" altLang="en-US" dirty="0"/>
              <a:t>H 2</a:t>
            </a:r>
          </a:p>
          <a:p>
            <a:r>
              <a:rPr lang="zh-TW" altLang="en-US" dirty="0"/>
              <a:t>N 2</a:t>
            </a:r>
          </a:p>
          <a:p>
            <a:r>
              <a:rPr lang="zh-TW" altLang="en-US" dirty="0"/>
              <a:t>U 2</a:t>
            </a:r>
          </a:p>
          <a:p>
            <a:r>
              <a:rPr lang="zh-TW" altLang="en-US" dirty="0"/>
              <a:t>W 2</a:t>
            </a:r>
          </a:p>
          <a:p>
            <a:r>
              <a:rPr lang="zh-TW" altLang="en-US" dirty="0"/>
              <a:t>C 1</a:t>
            </a:r>
          </a:p>
          <a:p>
            <a:r>
              <a:rPr lang="zh-TW" altLang="en-US" dirty="0"/>
              <a:t>M 1</a:t>
            </a:r>
          </a:p>
          <a:p>
            <a:r>
              <a:rPr lang="zh-TW" altLang="en-US" dirty="0"/>
              <a:t>Q 1</a:t>
            </a:r>
          </a:p>
          <a:p>
            <a:r>
              <a:rPr lang="zh-TW" altLang="en-US" dirty="0"/>
              <a:t>Y 1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EAA65EE-C8AD-4155-8099-4FDF04D6E81B}"/>
              </a:ext>
            </a:extLst>
          </p:cNvPr>
          <p:cNvSpPr txBox="1"/>
          <p:nvPr/>
        </p:nvSpPr>
        <p:spPr>
          <a:xfrm>
            <a:off x="135466" y="0"/>
            <a:ext cx="4250267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rgbClr val="8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#include </a:t>
            </a:r>
            <a:r>
              <a:rPr lang="en-US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100" dirty="0" err="1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cstring</a:t>
            </a:r>
            <a:r>
              <a:rPr lang="en-US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</a:p>
          <a:p>
            <a:r>
              <a:rPr lang="en-US" altLang="zh-TW" sz="1100" dirty="0">
                <a:solidFill>
                  <a:srgbClr val="8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#define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 err="1">
                <a:solidFill>
                  <a:srgbClr val="6F008A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len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5000</a:t>
            </a:r>
          </a:p>
          <a:p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  <a:endParaRPr lang="zh-TW" altLang="en-US" sz="1100" dirty="0">
              <a:solidFill>
                <a:srgbClr val="000000"/>
              </a:solidFill>
              <a:highlight>
                <a:srgbClr val="FFFFFF"/>
              </a:highlight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n, length,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, j, t;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char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msg[</a:t>
            </a:r>
            <a:r>
              <a:rPr lang="en-US" altLang="zh-TW" sz="1100" dirty="0" err="1">
                <a:solidFill>
                  <a:srgbClr val="6F008A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len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];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char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alp[27] = </a:t>
            </a:r>
            <a:r>
              <a:rPr lang="en-US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“ABCDEFGHIJKLMNOPQRSTUVWXYZ”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10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nt</a:t>
            </a:r>
            <a:r>
              <a:rPr lang="en-US" altLang="zh-TW" sz="110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num[27] = {};</a:t>
            </a:r>
          </a:p>
          <a:p>
            <a:pPr lvl="1"/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1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n;</a:t>
            </a:r>
          </a:p>
          <a:p>
            <a:pPr lvl="1"/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cin.ignore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endParaRPr lang="zh-TW" altLang="en-US" sz="1100" dirty="0">
              <a:solidFill>
                <a:srgbClr val="000000"/>
              </a:solidFill>
              <a:highlight>
                <a:srgbClr val="FFFFFF"/>
              </a:highlight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nn-NO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(i = 0; i &lt; n; i++) {</a:t>
            </a:r>
          </a:p>
          <a:p>
            <a:pPr lvl="2"/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cin.getline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(msg, </a:t>
            </a:r>
            <a:r>
              <a:rPr lang="en-US" altLang="zh-TW" sz="1100" dirty="0" err="1">
                <a:solidFill>
                  <a:srgbClr val="6F008A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len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pPr lvl="2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length =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strlen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(msg);</a:t>
            </a:r>
          </a:p>
          <a:p>
            <a:pPr lvl="2"/>
            <a:endParaRPr lang="zh-TW" altLang="en-US" sz="1100" dirty="0">
              <a:solidFill>
                <a:srgbClr val="000000"/>
              </a:solidFill>
              <a:highlight>
                <a:srgbClr val="FFFFFF"/>
              </a:highlight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(j = 0; j &lt; length;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j++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)</a:t>
            </a:r>
          </a:p>
          <a:p>
            <a:pPr lvl="2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if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isalpha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(msg[j]))</a:t>
            </a:r>
          </a:p>
          <a:p>
            <a:pPr lvl="2"/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num[toupper(msg[j]) – </a:t>
            </a:r>
            <a:r>
              <a:rPr lang="pt-BR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‘A’</a:t>
            </a:r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]++;</a:t>
            </a:r>
          </a:p>
          <a:p>
            <a:pPr lvl="1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1"/>
            <a:r>
              <a:rPr lang="nn-NO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(i = 0; i &lt; 26; i++) {</a:t>
            </a:r>
          </a:p>
          <a:p>
            <a:pPr lvl="2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(j = 0; j &lt; 26;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j++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pPr lvl="3"/>
            <a:r>
              <a:rPr lang="pt-BR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(num[j] &lt; num[j + 1]) {</a:t>
            </a:r>
          </a:p>
          <a:p>
            <a:pPr lvl="4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t = num[j];</a:t>
            </a:r>
          </a:p>
          <a:p>
            <a:pPr lvl="4"/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num[j] = num[j + 1];</a:t>
            </a:r>
          </a:p>
          <a:p>
            <a:pPr lvl="4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num[j + 1] = t;</a:t>
            </a:r>
          </a:p>
          <a:p>
            <a:pPr lvl="4"/>
            <a:endParaRPr lang="zh-TW" altLang="en-US" sz="1100" dirty="0">
              <a:solidFill>
                <a:srgbClr val="000000"/>
              </a:solidFill>
              <a:highlight>
                <a:srgbClr val="FFFFFF"/>
              </a:highlight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4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t = alp[j];</a:t>
            </a:r>
          </a:p>
          <a:p>
            <a:pPr lvl="4"/>
            <a:r>
              <a:rPr lang="nl-NL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alp[j] = alp[j + 1];</a:t>
            </a:r>
          </a:p>
          <a:p>
            <a:pPr lvl="4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alp[j + 1] = t;</a:t>
            </a:r>
          </a:p>
          <a:p>
            <a:pPr lvl="3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2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1"/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(j = 0; j &lt; 26; </a:t>
            </a:r>
            <a:r>
              <a:rPr lang="en-US" altLang="zh-TW" sz="11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j++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)</a:t>
            </a:r>
          </a:p>
          <a:p>
            <a:pPr lvl="2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(num[j])</a:t>
            </a:r>
          </a:p>
          <a:p>
            <a:pPr lvl="2"/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printf(</a:t>
            </a:r>
            <a:r>
              <a:rPr lang="pt-BR" altLang="zh-TW" sz="11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"%c %d\n"</a:t>
            </a:r>
            <a:r>
              <a:rPr lang="pt-BR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, alp[j], num[j]);</a:t>
            </a:r>
          </a:p>
          <a:p>
            <a:pPr lvl="1"/>
            <a:r>
              <a:rPr lang="en-US" altLang="zh-TW" sz="11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1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1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DEBFFD5-D4F3-4EEA-BF55-0982CF37EF5E}"/>
              </a:ext>
            </a:extLst>
          </p:cNvPr>
          <p:cNvSpPr txBox="1"/>
          <p:nvPr/>
        </p:nvSpPr>
        <p:spPr>
          <a:xfrm>
            <a:off x="8890000" y="147305"/>
            <a:ext cx="1828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5</a:t>
            </a:r>
          </a:p>
          <a:p>
            <a:r>
              <a:rPr lang="zh-TW" altLang="en-US" dirty="0"/>
              <a:t>I think</a:t>
            </a:r>
          </a:p>
          <a:p>
            <a:r>
              <a:rPr lang="zh-TW" altLang="en-US" dirty="0"/>
              <a:t>Applepay is good</a:t>
            </a:r>
          </a:p>
          <a:p>
            <a:r>
              <a:rPr lang="en-US" altLang="zh-TW" dirty="0"/>
              <a:t>A</a:t>
            </a:r>
            <a:r>
              <a:rPr lang="zh-TW" altLang="en-US" dirty="0"/>
              <a:t>nd</a:t>
            </a:r>
          </a:p>
          <a:p>
            <a:r>
              <a:rPr lang="zh-TW" altLang="en-US" dirty="0"/>
              <a:t>Linepay</a:t>
            </a:r>
          </a:p>
          <a:p>
            <a:r>
              <a:rPr lang="en-US" altLang="zh-TW" dirty="0"/>
              <a:t>A</a:t>
            </a:r>
            <a:r>
              <a:rPr lang="zh-TW" altLang="en-US" dirty="0"/>
              <a:t>lso good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FCA8BA-260F-4477-953F-A6CF719E789D}"/>
              </a:ext>
            </a:extLst>
          </p:cNvPr>
          <p:cNvSpPr txBox="1"/>
          <p:nvPr/>
        </p:nvSpPr>
        <p:spPr>
          <a:xfrm>
            <a:off x="8890000" y="2298974"/>
            <a:ext cx="854891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A 5</a:t>
            </a:r>
          </a:p>
          <a:p>
            <a:r>
              <a:rPr lang="zh-TW" altLang="en-US" dirty="0"/>
              <a:t>O 5</a:t>
            </a:r>
          </a:p>
          <a:p>
            <a:r>
              <a:rPr lang="zh-TW" altLang="en-US" dirty="0"/>
              <a:t>I 4</a:t>
            </a:r>
          </a:p>
          <a:p>
            <a:r>
              <a:rPr lang="zh-TW" altLang="en-US" dirty="0"/>
              <a:t>P 4</a:t>
            </a:r>
          </a:p>
          <a:p>
            <a:r>
              <a:rPr lang="zh-TW" altLang="en-US" dirty="0"/>
              <a:t>D 3</a:t>
            </a:r>
          </a:p>
          <a:p>
            <a:r>
              <a:rPr lang="zh-TW" altLang="en-US" dirty="0"/>
              <a:t>L 3</a:t>
            </a:r>
          </a:p>
          <a:p>
            <a:r>
              <a:rPr lang="zh-TW" altLang="en-US" dirty="0"/>
              <a:t>N 3</a:t>
            </a:r>
          </a:p>
          <a:p>
            <a:r>
              <a:rPr lang="zh-TW" altLang="en-US" dirty="0"/>
              <a:t>E 2</a:t>
            </a:r>
          </a:p>
          <a:p>
            <a:r>
              <a:rPr lang="zh-TW" altLang="en-US" dirty="0"/>
              <a:t>G 2</a:t>
            </a:r>
          </a:p>
          <a:p>
            <a:r>
              <a:rPr lang="zh-TW" altLang="en-US" dirty="0"/>
              <a:t>S 2</a:t>
            </a:r>
          </a:p>
          <a:p>
            <a:r>
              <a:rPr lang="zh-TW" altLang="en-US" dirty="0"/>
              <a:t>Y 2</a:t>
            </a:r>
          </a:p>
          <a:p>
            <a:r>
              <a:rPr lang="zh-TW" altLang="en-US" dirty="0"/>
              <a:t>H 1</a:t>
            </a:r>
          </a:p>
          <a:p>
            <a:r>
              <a:rPr lang="zh-TW" altLang="en-US" dirty="0"/>
              <a:t>K 1</a:t>
            </a:r>
          </a:p>
          <a:p>
            <a:r>
              <a:rPr lang="zh-TW" altLang="en-US" dirty="0"/>
              <a:t>T 1</a:t>
            </a:r>
          </a:p>
        </p:txBody>
      </p:sp>
    </p:spTree>
    <p:extLst>
      <p:ext uri="{BB962C8B-B14F-4D97-AF65-F5344CB8AC3E}">
        <p14:creationId xmlns:p14="http://schemas.microsoft.com/office/powerpoint/2010/main" val="58765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5C9EFB6-3CFF-4C6D-942E-87CEC517B4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03" t="25679" r="32708" b="26666"/>
          <a:stretch/>
        </p:blipFill>
        <p:spPr>
          <a:xfrm>
            <a:off x="262466" y="440267"/>
            <a:ext cx="7769671" cy="5723462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14EAB2D9-8327-405B-9552-D9668039D536}"/>
              </a:ext>
            </a:extLst>
          </p:cNvPr>
          <p:cNvCxnSpPr/>
          <p:nvPr/>
        </p:nvCxnSpPr>
        <p:spPr>
          <a:xfrm>
            <a:off x="8297333" y="1786467"/>
            <a:ext cx="15832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431004F-D9D8-47AC-87A5-516A1B3D06BD}"/>
              </a:ext>
            </a:extLst>
          </p:cNvPr>
          <p:cNvCxnSpPr/>
          <p:nvPr/>
        </p:nvCxnSpPr>
        <p:spPr>
          <a:xfrm>
            <a:off x="9897533" y="1803401"/>
            <a:ext cx="1244600" cy="134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8759B0CF-4033-48FD-A4BB-35E82B5B9BE9}"/>
              </a:ext>
            </a:extLst>
          </p:cNvPr>
          <p:cNvSpPr/>
          <p:nvPr/>
        </p:nvSpPr>
        <p:spPr>
          <a:xfrm>
            <a:off x="1540932" y="4207931"/>
            <a:ext cx="1126067" cy="8974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8D21FE9-6594-4DD7-B0E7-ABDDE0CBB85B}"/>
              </a:ext>
            </a:extLst>
          </p:cNvPr>
          <p:cNvSpPr/>
          <p:nvPr/>
        </p:nvSpPr>
        <p:spPr>
          <a:xfrm>
            <a:off x="2539999" y="4207931"/>
            <a:ext cx="1126067" cy="8974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57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3AB9506-907E-477B-B228-8F1D8071129E}"/>
              </a:ext>
            </a:extLst>
          </p:cNvPr>
          <p:cNvCxnSpPr/>
          <p:nvPr/>
        </p:nvCxnSpPr>
        <p:spPr>
          <a:xfrm>
            <a:off x="1384183" y="1300294"/>
            <a:ext cx="29948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103EAFD-E1EA-43EF-8F14-185462D64680}"/>
              </a:ext>
            </a:extLst>
          </p:cNvPr>
          <p:cNvCxnSpPr>
            <a:cxnSpLocks/>
          </p:cNvCxnSpPr>
          <p:nvPr/>
        </p:nvCxnSpPr>
        <p:spPr>
          <a:xfrm>
            <a:off x="4379053" y="1300294"/>
            <a:ext cx="1585519" cy="130029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56AF63-2099-4BE0-9135-23E85ABEBA44}"/>
              </a:ext>
            </a:extLst>
          </p:cNvPr>
          <p:cNvSpPr txBox="1"/>
          <p:nvPr/>
        </p:nvSpPr>
        <p:spPr>
          <a:xfrm>
            <a:off x="4311941" y="855677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1, 3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831F24-120F-4FB0-8053-36A77D81933B}"/>
              </a:ext>
            </a:extLst>
          </p:cNvPr>
          <p:cNvSpPr txBox="1"/>
          <p:nvPr/>
        </p:nvSpPr>
        <p:spPr>
          <a:xfrm>
            <a:off x="1182847" y="930962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EA8483-15B0-4097-B1B0-F43F74B1E460}"/>
              </a:ext>
            </a:extLst>
          </p:cNvPr>
          <p:cNvSpPr txBox="1"/>
          <p:nvPr/>
        </p:nvSpPr>
        <p:spPr>
          <a:xfrm>
            <a:off x="5964572" y="2415921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57C4FB8-4D2A-4A23-9616-4D85E3ED453F}"/>
              </a:ext>
            </a:extLst>
          </p:cNvPr>
          <p:cNvCxnSpPr>
            <a:cxnSpLocks/>
          </p:cNvCxnSpPr>
          <p:nvPr/>
        </p:nvCxnSpPr>
        <p:spPr>
          <a:xfrm>
            <a:off x="1360413" y="1300294"/>
            <a:ext cx="1600901" cy="1300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537EA966-3D54-412B-8E11-E60DC0E49AE3}"/>
              </a:ext>
            </a:extLst>
          </p:cNvPr>
          <p:cNvCxnSpPr/>
          <p:nvPr/>
        </p:nvCxnSpPr>
        <p:spPr>
          <a:xfrm>
            <a:off x="2969702" y="2600587"/>
            <a:ext cx="2994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AFF9AA0-5878-47F9-BECF-39C46DE0D9B1}"/>
              </a:ext>
            </a:extLst>
          </p:cNvPr>
          <p:cNvSpPr txBox="1"/>
          <p:nvPr/>
        </p:nvSpPr>
        <p:spPr>
          <a:xfrm>
            <a:off x="2764173" y="2558751"/>
            <a:ext cx="57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1AED1E5-EC2E-4D0F-9090-9B800001612A}"/>
              </a:ext>
            </a:extLst>
          </p:cNvPr>
          <p:cNvCxnSpPr/>
          <p:nvPr/>
        </p:nvCxnSpPr>
        <p:spPr>
          <a:xfrm>
            <a:off x="6686026" y="1258458"/>
            <a:ext cx="29948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93C6F2D-82B2-4276-9944-C14609973E05}"/>
              </a:ext>
            </a:extLst>
          </p:cNvPr>
          <p:cNvCxnSpPr>
            <a:cxnSpLocks/>
          </p:cNvCxnSpPr>
          <p:nvPr/>
        </p:nvCxnSpPr>
        <p:spPr>
          <a:xfrm>
            <a:off x="9680896" y="1258458"/>
            <a:ext cx="1585519" cy="130029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9BEB6D1-0516-4EAD-AE21-98FFA771B1B2}"/>
              </a:ext>
            </a:extLst>
          </p:cNvPr>
          <p:cNvSpPr txBox="1"/>
          <p:nvPr/>
        </p:nvSpPr>
        <p:spPr>
          <a:xfrm>
            <a:off x="9613784" y="813841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1, 4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8AF8AAB-4C36-4539-A131-337F6F57C038}"/>
              </a:ext>
            </a:extLst>
          </p:cNvPr>
          <p:cNvSpPr txBox="1"/>
          <p:nvPr/>
        </p:nvSpPr>
        <p:spPr>
          <a:xfrm>
            <a:off x="6484690" y="889126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D2CEBE2-422D-4D7E-8027-CAEF6EC48451}"/>
              </a:ext>
            </a:extLst>
          </p:cNvPr>
          <p:cNvSpPr txBox="1"/>
          <p:nvPr/>
        </p:nvSpPr>
        <p:spPr>
          <a:xfrm>
            <a:off x="11266415" y="2374085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C5343A70-5AFA-4484-8605-01A82BB7D8CE}"/>
              </a:ext>
            </a:extLst>
          </p:cNvPr>
          <p:cNvCxnSpPr>
            <a:cxnSpLocks/>
          </p:cNvCxnSpPr>
          <p:nvPr/>
        </p:nvCxnSpPr>
        <p:spPr>
          <a:xfrm>
            <a:off x="6662256" y="1258458"/>
            <a:ext cx="1600901" cy="1300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98E9CA8-58A2-4F09-BC19-66F67A96439F}"/>
              </a:ext>
            </a:extLst>
          </p:cNvPr>
          <p:cNvCxnSpPr/>
          <p:nvPr/>
        </p:nvCxnSpPr>
        <p:spPr>
          <a:xfrm>
            <a:off x="8271545" y="2558751"/>
            <a:ext cx="2994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C6A54E-64E2-422B-B600-3010227567B5}"/>
              </a:ext>
            </a:extLst>
          </p:cNvPr>
          <p:cNvSpPr txBox="1"/>
          <p:nvPr/>
        </p:nvSpPr>
        <p:spPr>
          <a:xfrm>
            <a:off x="8066016" y="2516915"/>
            <a:ext cx="57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</a:t>
            </a:r>
            <a:endParaRPr lang="zh-TW" altLang="en-US" dirty="0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A0850FC-AE97-490C-AD79-8AFB65BCA598}"/>
              </a:ext>
            </a:extLst>
          </p:cNvPr>
          <p:cNvCxnSpPr/>
          <p:nvPr/>
        </p:nvCxnSpPr>
        <p:spPr>
          <a:xfrm>
            <a:off x="1565942" y="4161048"/>
            <a:ext cx="29948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1204136-0135-4C71-86E4-7A81CB620AE0}"/>
              </a:ext>
            </a:extLst>
          </p:cNvPr>
          <p:cNvCxnSpPr>
            <a:cxnSpLocks/>
          </p:cNvCxnSpPr>
          <p:nvPr/>
        </p:nvCxnSpPr>
        <p:spPr>
          <a:xfrm>
            <a:off x="4560812" y="4161048"/>
            <a:ext cx="1585519" cy="130029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492C834-4BD1-4A0D-A0E4-51ED129E2CC3}"/>
              </a:ext>
            </a:extLst>
          </p:cNvPr>
          <p:cNvSpPr txBox="1"/>
          <p:nvPr/>
        </p:nvSpPr>
        <p:spPr>
          <a:xfrm>
            <a:off x="4493700" y="3716431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2, 3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B5F6798-9E40-42DD-9D21-21C87BFBF7DE}"/>
              </a:ext>
            </a:extLst>
          </p:cNvPr>
          <p:cNvSpPr txBox="1"/>
          <p:nvPr/>
        </p:nvSpPr>
        <p:spPr>
          <a:xfrm>
            <a:off x="1364606" y="3791716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4399942-026F-4668-943C-E60BF89B5B10}"/>
              </a:ext>
            </a:extLst>
          </p:cNvPr>
          <p:cNvSpPr txBox="1"/>
          <p:nvPr/>
        </p:nvSpPr>
        <p:spPr>
          <a:xfrm>
            <a:off x="6146331" y="5276675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A563BC55-6B5D-41E2-B78D-096F10789E39}"/>
              </a:ext>
            </a:extLst>
          </p:cNvPr>
          <p:cNvCxnSpPr>
            <a:cxnSpLocks/>
          </p:cNvCxnSpPr>
          <p:nvPr/>
        </p:nvCxnSpPr>
        <p:spPr>
          <a:xfrm>
            <a:off x="1542172" y="4161048"/>
            <a:ext cx="1600901" cy="1300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3CD854E2-F8BD-4EAD-B550-70FCF762412C}"/>
              </a:ext>
            </a:extLst>
          </p:cNvPr>
          <p:cNvCxnSpPr/>
          <p:nvPr/>
        </p:nvCxnSpPr>
        <p:spPr>
          <a:xfrm>
            <a:off x="3151461" y="5461341"/>
            <a:ext cx="2994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58C3ACA-5DEC-4753-83BC-728BF9BFC161}"/>
              </a:ext>
            </a:extLst>
          </p:cNvPr>
          <p:cNvSpPr txBox="1"/>
          <p:nvPr/>
        </p:nvSpPr>
        <p:spPr>
          <a:xfrm>
            <a:off x="2945932" y="5419505"/>
            <a:ext cx="57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</a:t>
            </a:r>
            <a:endParaRPr lang="zh-TW" altLang="en-US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C175A82-39B7-4588-99AA-7EEC4F6C4463}"/>
              </a:ext>
            </a:extLst>
          </p:cNvPr>
          <p:cNvCxnSpPr/>
          <p:nvPr/>
        </p:nvCxnSpPr>
        <p:spPr>
          <a:xfrm>
            <a:off x="6989427" y="4119212"/>
            <a:ext cx="29948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09A4667-E359-40A6-AC06-6DB6A1C4FB6D}"/>
              </a:ext>
            </a:extLst>
          </p:cNvPr>
          <p:cNvCxnSpPr>
            <a:cxnSpLocks/>
          </p:cNvCxnSpPr>
          <p:nvPr/>
        </p:nvCxnSpPr>
        <p:spPr>
          <a:xfrm>
            <a:off x="9984297" y="4119212"/>
            <a:ext cx="1585519" cy="130029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B180F76-4A6E-4FED-B09B-A5A9B5236789}"/>
              </a:ext>
            </a:extLst>
          </p:cNvPr>
          <p:cNvSpPr txBox="1"/>
          <p:nvPr/>
        </p:nvSpPr>
        <p:spPr>
          <a:xfrm>
            <a:off x="9907399" y="3674377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2, 4</a:t>
            </a:r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1F52232-EDE8-45F6-A452-2F9F74761058}"/>
              </a:ext>
            </a:extLst>
          </p:cNvPr>
          <p:cNvSpPr txBox="1"/>
          <p:nvPr/>
        </p:nvSpPr>
        <p:spPr>
          <a:xfrm>
            <a:off x="6788091" y="3749880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E4CB21A-89C9-436A-BF67-578911833C94}"/>
              </a:ext>
            </a:extLst>
          </p:cNvPr>
          <p:cNvSpPr txBox="1"/>
          <p:nvPr/>
        </p:nvSpPr>
        <p:spPr>
          <a:xfrm>
            <a:off x="11569816" y="5234839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00E76FBB-2BD8-4C17-B7C7-F66A61E0422E}"/>
              </a:ext>
            </a:extLst>
          </p:cNvPr>
          <p:cNvCxnSpPr>
            <a:cxnSpLocks/>
          </p:cNvCxnSpPr>
          <p:nvPr/>
        </p:nvCxnSpPr>
        <p:spPr>
          <a:xfrm>
            <a:off x="6965657" y="4119212"/>
            <a:ext cx="1600901" cy="1300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83F74D8-6500-4628-B3FA-7DAFC31C5C4F}"/>
              </a:ext>
            </a:extLst>
          </p:cNvPr>
          <p:cNvCxnSpPr/>
          <p:nvPr/>
        </p:nvCxnSpPr>
        <p:spPr>
          <a:xfrm>
            <a:off x="8574946" y="5419505"/>
            <a:ext cx="2994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E751A2D-F350-4E54-B976-7D8ED92C15F7}"/>
              </a:ext>
            </a:extLst>
          </p:cNvPr>
          <p:cNvSpPr txBox="1"/>
          <p:nvPr/>
        </p:nvSpPr>
        <p:spPr>
          <a:xfrm>
            <a:off x="8369417" y="5377669"/>
            <a:ext cx="57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9E3237C-9196-4570-87D2-E5D88F7F295C}"/>
              </a:ext>
            </a:extLst>
          </p:cNvPr>
          <p:cNvSpPr txBox="1"/>
          <p:nvPr/>
        </p:nvSpPr>
        <p:spPr>
          <a:xfrm>
            <a:off x="1996580" y="2928083"/>
            <a:ext cx="290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 – p = 1 – 4 </a:t>
            </a:r>
            <a:r>
              <a:rPr lang="en-US" altLang="zh-TW" dirty="0">
                <a:sym typeface="Wingdings" panose="05000000000000000000" pitchFamily="2" charset="2"/>
              </a:rPr>
              <a:t> p = 2 + 4 - 1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AFA783C-3F0E-4E75-8699-A22D3DDF7C98}"/>
              </a:ext>
            </a:extLst>
          </p:cNvPr>
          <p:cNvSpPr txBox="1"/>
          <p:nvPr/>
        </p:nvSpPr>
        <p:spPr>
          <a:xfrm>
            <a:off x="7392099" y="2915068"/>
            <a:ext cx="290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 – p = 1 – 3 </a:t>
            </a:r>
            <a:r>
              <a:rPr lang="en-US" altLang="zh-TW" dirty="0">
                <a:sym typeface="Wingdings" panose="05000000000000000000" pitchFamily="2" charset="2"/>
              </a:rPr>
              <a:t> p = 2 + 3 - 1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1869D1E-5AB3-40B9-BC86-34CD8A707F50}"/>
              </a:ext>
            </a:extLst>
          </p:cNvPr>
          <p:cNvSpPr txBox="1"/>
          <p:nvPr/>
        </p:nvSpPr>
        <p:spPr>
          <a:xfrm>
            <a:off x="1936457" y="5973503"/>
            <a:ext cx="290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– p = 2 – 4 </a:t>
            </a:r>
            <a:r>
              <a:rPr lang="en-US" altLang="zh-TW" dirty="0">
                <a:sym typeface="Wingdings" panose="05000000000000000000" pitchFamily="2" charset="2"/>
              </a:rPr>
              <a:t> p = 1 + 4 - 2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ADD1AEC-CB0E-42CF-861D-1BDAFF312714}"/>
              </a:ext>
            </a:extLst>
          </p:cNvPr>
          <p:cNvSpPr txBox="1"/>
          <p:nvPr/>
        </p:nvSpPr>
        <p:spPr>
          <a:xfrm>
            <a:off x="7592038" y="5973503"/>
            <a:ext cx="290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– p = 2 – 3 </a:t>
            </a:r>
            <a:r>
              <a:rPr lang="en-US" altLang="zh-TW" dirty="0">
                <a:sym typeface="Wingdings" panose="05000000000000000000" pitchFamily="2" charset="2"/>
              </a:rPr>
              <a:t> p = 1 + 3 - 2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504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E5362E79-DCD3-4481-9EB8-DB410C7AC61C}"/>
              </a:ext>
            </a:extLst>
          </p:cNvPr>
          <p:cNvSpPr txBox="1"/>
          <p:nvPr/>
        </p:nvSpPr>
        <p:spPr>
          <a:xfrm>
            <a:off x="152400" y="366623"/>
            <a:ext cx="9609667" cy="6124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 &lt;iostream&gt;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 &lt;iomanip&gt;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 namespace std;</a:t>
            </a:r>
          </a:p>
          <a:p>
            <a:endParaRPr lang="es-ES" altLang="zh-TW" sz="1400" b="1" dirty="0">
              <a:solidFill>
                <a:srgbClr val="80808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 main()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double x1, y1, x2, y2, x3, y3, x4, y4, x, y;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while (cin &gt;&gt; x1 &gt;&gt; y1 &gt;&gt; x2 &gt;&gt; y2 &gt;&gt; x3 &gt;&gt; y3 &gt;&gt; x4 &gt;&gt; y4)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if (x1 == x3 &amp;&amp; y1 == y3)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x = x2 + x4 - x1;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y = y2 + y4 - y1;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}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else if (x1 == x4 &amp;&amp; y1 == y4)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x = x2 + x3 - x1;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y = y2 + y3 - y1;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}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else if (x2 == x3 &amp;&amp; y2 == y3)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x = x1 + x4 - x2;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y = y1 + y4 - y2;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}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else {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x = x1 + x3 - x2;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	y = y1 + y3 - y2;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}</a:t>
            </a:r>
          </a:p>
          <a:p>
            <a:endParaRPr lang="es-ES" altLang="zh-TW" sz="1400" b="1" dirty="0">
              <a:solidFill>
                <a:srgbClr val="80808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	cout &lt;&lt; fixed &lt;&lt; setprecision(3) &lt;&lt; x &lt;&lt; " " &lt;&lt; fixed &lt;&lt; setprecision(3) &lt;&lt; y &lt;&lt; endl;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}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return 0;</a:t>
            </a:r>
          </a:p>
          <a:p>
            <a:r>
              <a:rPr lang="es-ES" altLang="zh-TW" sz="1400" b="1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156DA5C-6BBA-4F53-92FD-D00DADF98281}"/>
              </a:ext>
            </a:extLst>
          </p:cNvPr>
          <p:cNvSpPr txBox="1"/>
          <p:nvPr/>
        </p:nvSpPr>
        <p:spPr>
          <a:xfrm>
            <a:off x="7196667" y="1090474"/>
            <a:ext cx="484293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0.000 0.000 0.000 1.000 0.000 1.000 1.000 1.000</a:t>
            </a:r>
          </a:p>
          <a:p>
            <a:r>
              <a:rPr lang="zh-TW" altLang="en-US" dirty="0"/>
              <a:t>1.000 0.000 3.500 3.500 3.500 3.500 0.000 1.000</a:t>
            </a:r>
          </a:p>
          <a:p>
            <a:r>
              <a:rPr lang="zh-TW" altLang="en-US" dirty="0"/>
              <a:t>1.866 0.000 3.127 3.543 3.127 3.543 1.412 3.145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B2EEB2-E519-4196-8193-6EB57550F90F}"/>
              </a:ext>
            </a:extLst>
          </p:cNvPr>
          <p:cNvSpPr txBox="1"/>
          <p:nvPr/>
        </p:nvSpPr>
        <p:spPr>
          <a:xfrm>
            <a:off x="7196666" y="2238571"/>
            <a:ext cx="152400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1.000 0.000</a:t>
            </a:r>
          </a:p>
          <a:p>
            <a:r>
              <a:rPr lang="zh-TW" altLang="en-US" dirty="0"/>
              <a:t>-2.500 -2.500</a:t>
            </a:r>
          </a:p>
          <a:p>
            <a:r>
              <a:rPr lang="zh-TW" altLang="en-US" dirty="0"/>
              <a:t>0.151 -0.398</a:t>
            </a:r>
          </a:p>
        </p:txBody>
      </p:sp>
    </p:spTree>
    <p:extLst>
      <p:ext uri="{BB962C8B-B14F-4D97-AF65-F5344CB8AC3E}">
        <p14:creationId xmlns:p14="http://schemas.microsoft.com/office/powerpoint/2010/main" val="30355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D86FEF9-D83D-4B04-8962-67924241A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65322"/>
              </p:ext>
            </p:extLst>
          </p:nvPr>
        </p:nvGraphicFramePr>
        <p:xfrm>
          <a:off x="194733" y="79534"/>
          <a:ext cx="9037639" cy="4480560"/>
        </p:xfrm>
        <a:graphic>
          <a:graphicData uri="http://schemas.openxmlformats.org/drawingml/2006/table">
            <a:tbl>
              <a:tblPr/>
              <a:tblGrid>
                <a:gridCol w="9037639">
                  <a:extLst>
                    <a:ext uri="{9D8B030D-6E8A-4147-A177-3AD203B41FA5}">
                      <a16:colId xmlns:a16="http://schemas.microsoft.com/office/drawing/2014/main" val="382882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0.000 0.000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0.000 1.000 0.000 1.000 </a:t>
                      </a:r>
                      <a:r>
                        <a:rPr lang="en-US" altLang="zh-TW" dirty="0"/>
                        <a:t>1.000 1.000 </a:t>
                      </a:r>
                    </a:p>
                    <a:p>
                      <a:r>
                        <a:rPr lang="en-US" altLang="zh-TW" dirty="0"/>
                        <a:t>1.000 0.000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3.500 3.500 3.500 3.500 </a:t>
                      </a:r>
                      <a:r>
                        <a:rPr lang="en-US" altLang="zh-TW" dirty="0"/>
                        <a:t>0.000 1.000 </a:t>
                      </a:r>
                    </a:p>
                    <a:p>
                      <a:r>
                        <a:rPr lang="en-US" altLang="zh-TW" dirty="0"/>
                        <a:t>1.866 0.000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3.127 3.543 3.127 3.543 </a:t>
                      </a:r>
                      <a:r>
                        <a:rPr lang="en-US" altLang="zh-TW" dirty="0"/>
                        <a:t>1.412 3.145 </a:t>
                      </a:r>
                    </a:p>
                    <a:p>
                      <a:r>
                        <a:rPr lang="en-US" altLang="zh-TW" dirty="0"/>
                        <a:t>0.000 0.000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0.000 1.000 0.000 1.000 </a:t>
                      </a:r>
                      <a:r>
                        <a:rPr lang="en-US" altLang="zh-TW" dirty="0"/>
                        <a:t>1.000 1.000 </a:t>
                      </a:r>
                    </a:p>
                    <a:p>
                      <a:r>
                        <a:rPr lang="en-US" altLang="zh-TW" dirty="0"/>
                        <a:t>0.000 0.000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  <a:r>
                        <a:rPr lang="en-US" altLang="zh-TW" dirty="0"/>
                        <a:t>1.000 1.000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  <a:r>
                        <a:rPr lang="en-US" altLang="zh-TW" dirty="0"/>
                        <a:t>0.000 0.000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  <a:r>
                        <a:rPr lang="en-US" altLang="zh-TW" dirty="0"/>
                        <a:t>1.000 1.000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  <a:r>
                        <a:rPr lang="en-US" altLang="zh-TW" dirty="0"/>
                        <a:t>0.000 0.000 1.000 1.000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0.000 1.000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0.000 0.000 </a:t>
                      </a:r>
                      <a:r>
                        <a:rPr lang="en-US" altLang="zh-TW" dirty="0"/>
                        <a:t>10.000 10.000 10.000 -10.000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0.000 0.000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0.000 0.000 </a:t>
                      </a:r>
                      <a:r>
                        <a:rPr lang="en-US" altLang="zh-TW" dirty="0"/>
                        <a:t>10.000 10.000 10.000 -9.876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0.000 0.000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11.111 22.222 </a:t>
                      </a:r>
                      <a:r>
                        <a:rPr lang="en-US" altLang="zh-TW" dirty="0"/>
                        <a:t>33.333 44.444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11.111 22.222 </a:t>
                      </a:r>
                      <a:r>
                        <a:rPr lang="en-US" altLang="zh-TW" dirty="0"/>
                        <a:t>-33.333 -44.444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5.384 6.284 </a:t>
                      </a:r>
                      <a:r>
                        <a:rPr lang="en-US" altLang="zh-TW" dirty="0"/>
                        <a:t>10.333 8.777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5.384 6.284 </a:t>
                      </a:r>
                      <a:r>
                        <a:rPr lang="en-US" altLang="zh-TW" dirty="0"/>
                        <a:t>15.111 -0.877 </a:t>
                      </a:r>
                    </a:p>
                    <a:p>
                      <a:r>
                        <a:rPr lang="en-US" altLang="zh-TW" dirty="0"/>
                        <a:t>3.039 -777.666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-50.000 -30.000 -50.000 -30.000 </a:t>
                      </a:r>
                      <a:r>
                        <a:rPr lang="en-US" altLang="zh-TW" dirty="0"/>
                        <a:t>-49.000 8000 </a:t>
                      </a:r>
                    </a:p>
                    <a:p>
                      <a:r>
                        <a:rPr lang="en-US" altLang="zh-TW" dirty="0"/>
                        <a:t>3895.102 3029.999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2.212 3.343 2.212 3.343 </a:t>
                      </a:r>
                      <a:r>
                        <a:rPr lang="en-US" altLang="zh-TW" dirty="0"/>
                        <a:t>4939.888 2016.777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1234.567 7654.321 </a:t>
                      </a:r>
                      <a:r>
                        <a:rPr lang="en-US" altLang="zh-TW" dirty="0"/>
                        <a:t>2345.678 8765.432 -1.000 -2.090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1234.567 7654.321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-4718.901 3049.141 </a:t>
                      </a:r>
                      <a:r>
                        <a:rPr lang="en-US" altLang="zh-TW" dirty="0"/>
                        <a:t>-4869.609 3556.058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-4718.901 3049.141 </a:t>
                      </a:r>
                      <a:r>
                        <a:rPr lang="en-US" altLang="zh-TW" dirty="0"/>
                        <a:t>9376.260 -8396.750 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-1857.015 -1618.166 </a:t>
                      </a:r>
                      <a:r>
                        <a:rPr lang="en-US" altLang="zh-TW" dirty="0"/>
                        <a:t>-1487.384 648.181 -2660.848 -6343.281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-1857.015 -1618.166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64298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8BA95CB-0F10-4A3D-9081-3974B10C9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91954"/>
              </p:ext>
            </p:extLst>
          </p:nvPr>
        </p:nvGraphicFramePr>
        <p:xfrm>
          <a:off x="9347202" y="79534"/>
          <a:ext cx="2199156" cy="4480560"/>
        </p:xfrm>
        <a:graphic>
          <a:graphicData uri="http://schemas.openxmlformats.org/drawingml/2006/table">
            <a:tbl>
              <a:tblPr/>
              <a:tblGrid>
                <a:gridCol w="2199156">
                  <a:extLst>
                    <a:ext uri="{9D8B030D-6E8A-4147-A177-3AD203B41FA5}">
                      <a16:colId xmlns:a16="http://schemas.microsoft.com/office/drawing/2014/main" val="306063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1.000 0.000 </a:t>
                      </a:r>
                    </a:p>
                    <a:p>
                      <a:r>
                        <a:rPr lang="en-US" altLang="zh-TW" dirty="0"/>
                        <a:t>-2.500 -2.500 </a:t>
                      </a:r>
                    </a:p>
                    <a:p>
                      <a:r>
                        <a:rPr lang="en-US" altLang="zh-TW" dirty="0"/>
                        <a:t>0.151 -0.398 </a:t>
                      </a:r>
                    </a:p>
                    <a:p>
                      <a:r>
                        <a:rPr lang="en-US" altLang="zh-TW" dirty="0"/>
                        <a:t>1.000 0.000 </a:t>
                      </a:r>
                    </a:p>
                    <a:p>
                      <a:r>
                        <a:rPr lang="en-US" altLang="zh-TW" dirty="0"/>
                        <a:t>1.000 0.000 </a:t>
                      </a:r>
                    </a:p>
                    <a:p>
                      <a:r>
                        <a:rPr lang="en-US" altLang="zh-TW" dirty="0"/>
                        <a:t>1.000 0.000 </a:t>
                      </a:r>
                    </a:p>
                    <a:p>
                      <a:r>
                        <a:rPr lang="en-US" altLang="zh-TW" dirty="0"/>
                        <a:t>1.000 0.000 </a:t>
                      </a:r>
                    </a:p>
                    <a:p>
                      <a:r>
                        <a:rPr lang="en-US" altLang="zh-TW" dirty="0"/>
                        <a:t>20.000 0.000 </a:t>
                      </a:r>
                    </a:p>
                    <a:p>
                      <a:r>
                        <a:rPr lang="en-US" altLang="zh-TW" dirty="0"/>
                        <a:t>20.000 0.124 </a:t>
                      </a:r>
                    </a:p>
                    <a:p>
                      <a:r>
                        <a:rPr lang="en-US" altLang="zh-TW" dirty="0"/>
                        <a:t>-11.111 -22.222 </a:t>
                      </a:r>
                    </a:p>
                    <a:p>
                      <a:r>
                        <a:rPr lang="en-US" altLang="zh-TW" dirty="0"/>
                        <a:t>20.060 1.616 </a:t>
                      </a:r>
                    </a:p>
                    <a:p>
                      <a:r>
                        <a:rPr lang="en-US" altLang="zh-TW" dirty="0"/>
                        <a:t>4.039 7252.334 </a:t>
                      </a:r>
                    </a:p>
                    <a:p>
                      <a:r>
                        <a:rPr lang="en-US" altLang="zh-TW" dirty="0"/>
                        <a:t>8832.778 5043.433 </a:t>
                      </a:r>
                    </a:p>
                    <a:p>
                      <a:r>
                        <a:rPr lang="en-US" altLang="zh-TW" dirty="0"/>
                        <a:t>1110.111 1109.021 </a:t>
                      </a:r>
                    </a:p>
                    <a:p>
                      <a:r>
                        <a:rPr lang="en-US" altLang="zh-TW" dirty="0"/>
                        <a:t>9225.552 -7889.833 </a:t>
                      </a:r>
                    </a:p>
                    <a:p>
                      <a:r>
                        <a:rPr lang="en-US" altLang="zh-TW" dirty="0"/>
                        <a:t>-2291.217 -4076.934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921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014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1096</Words>
  <Application>Microsoft Office PowerPoint</Application>
  <PresentationFormat>寬螢幕</PresentationFormat>
  <Paragraphs>205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細明體</vt:lpstr>
      <vt:lpstr>Arial</vt:lpstr>
      <vt:lpstr>Calibri</vt:lpstr>
      <vt:lpstr>Calibri Light</vt:lpstr>
      <vt:lpstr>Office 佈景主題</vt:lpstr>
      <vt:lpstr>PowerPoint 簡報</vt:lpstr>
      <vt:lpstr>Stable sorting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 Shang-Kuan</dc:creator>
  <cp:lastModifiedBy>Chen Shang-Kuan</cp:lastModifiedBy>
  <cp:revision>16</cp:revision>
  <dcterms:created xsi:type="dcterms:W3CDTF">2025-03-17T07:16:46Z</dcterms:created>
  <dcterms:modified xsi:type="dcterms:W3CDTF">2025-03-22T00:19:20Z</dcterms:modified>
</cp:coreProperties>
</file>
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49D6E8-CBA8-4809-AFD1-7FB470A5A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54E595-0DB1-4F8D-A3B2-F27EEDFAE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CB4745-88EA-468C-B9B0-67A7483D0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E4B694-EF19-461B-A448-3F81DD49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8BA889-A2BF-485C-8CD9-46B35E88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99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D1C3-2D38-45E7-87FD-04656F64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E92B45-3A98-46A2-BF84-C554CFFC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09D03B-7581-4B35-AB5C-59E8ED78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60EF3B-EAE2-4A7C-803C-89F2DB68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A567AD-118A-4A93-AC48-B4D7B30B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7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355B9-B27A-4562-94F0-3601CF3F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9C35D6-D98F-4C51-BD89-7F73B0D1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874EA-B413-4FDD-907E-6684BE16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3070F0-6B48-4BBE-B233-8E2AF187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42D20C-69B4-403F-8817-78FEA9D2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40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AFBD4-7A45-45F6-B7B7-66253687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E8EDD5-EF38-4090-BCDF-744CE2A84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705F10-6C33-4C48-96DD-EA06E7713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1803E9-03EF-46E8-A1A8-5BB01AE7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336C60-777A-4103-997B-87C89A32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5229FB-23DC-45FF-835F-C2E8201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54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371E0-C9AC-49E4-B754-BC68FBE5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708F52-9358-43D9-BF22-49A626824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D32A11-9B7B-41F6-A1BD-F67719643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8CBCA9-1D8C-45D9-9C96-E1805FCD5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A11A74-B0F1-4C2D-ADE0-DD25B12B1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2027DC-CE34-4A71-81DB-9B53BC86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ABEFD49-98BD-4B79-8584-0F0C1B6C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2E551D6-C222-4FF1-A8FC-54AC68DC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53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A01B4-72EE-41AF-B51C-580895F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FF2009C-52AA-49C1-99D3-7B16EE1C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BEB855-7544-4E30-B0C8-4BAECF7C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3BEB12-8124-428C-BCFC-A67FC9E73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23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715D25E-09F5-4C98-A747-8D2A323C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ED3417F-13C1-4C4B-B037-B818B745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6560D4-6272-4828-9F28-088EECA1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43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A84186-72DA-482D-817C-B711A21B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533033-BA0A-43D9-8A6F-BBE612102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4E0257-FAC8-4EF1-9D0C-0999A2E6C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45BA49-A9E7-4B8B-A9A7-34C5AB1A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67C942-1F53-4585-BEA2-A6150B34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7A2B70-9AF7-4DD6-BAF7-2E995B4B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79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50F0E-61E6-479C-A897-065C253A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4DF4261-9A97-44EC-A0F7-A0D40BFD1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99DAF5-F35D-44B4-9989-10175A913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2FF4B3-17E7-4CDE-A5AF-EF87926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42B9DB-3CD1-4344-8FDF-223C3D8B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830168-D489-412A-9849-E8FE6EB2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22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02601C-81C4-4B07-B314-5EA4DBCF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D498CC-19F4-4E6F-B2F1-CD79F4230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E65FA2-C9B5-401A-9F3F-F3613082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2556E3-7BAA-485D-A32A-6080FA99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6A2F9-1C9D-4957-B9A9-DA5735C3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09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404DFE4-0D34-456A-8F2F-F62729465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1135F5-029E-40B0-BC8E-DDA477EF7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8F3F79-AB0F-4AD8-B8E3-EBCF3107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411958-2CAB-4B61-BE31-4ABE291D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897F6F-FAED-471C-AAE3-0ED775C1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26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58393D3-F10D-4B3A-83AA-378A396C1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970157-5708-430B-91DA-1AFD2D1AF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27BC25-C8BD-4AF2-A952-86D557D52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4262F-CFED-4E0E-B36F-1E1F32212AFD}" type="datetimeFigureOut">
              <a:rPr lang="zh-TW" altLang="en-US" smtClean="0"/>
              <a:t>2025/3/28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EA636A-99ED-4193-A81A-9F3A74269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30F4B9-33D2-49F1-9717-3F93A0A8B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7CB15-E318-4096-A676-77E8BB4F00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92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45922DA1-1A1E-411B-8266-AFC709482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87" t="62818" r="60590" b="13456"/>
          <a:stretch/>
        </p:blipFill>
        <p:spPr>
          <a:xfrm>
            <a:off x="9508067" y="915903"/>
            <a:ext cx="2336800" cy="3737745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A1698ADD-E07E-4F5A-9969-435B3AB33D29}"/>
              </a:ext>
            </a:extLst>
          </p:cNvPr>
          <p:cNvGrpSpPr/>
          <p:nvPr/>
        </p:nvGrpSpPr>
        <p:grpSpPr>
          <a:xfrm>
            <a:off x="76562" y="152295"/>
            <a:ext cx="8999705" cy="6417839"/>
            <a:chOff x="51162" y="186161"/>
            <a:chExt cx="8153037" cy="3959119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907375A-917E-4478-813A-5083BABBBF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0695" t="25679" r="32431" b="37550"/>
            <a:stretch/>
          </p:blipFill>
          <p:spPr>
            <a:xfrm>
              <a:off x="51162" y="186161"/>
              <a:ext cx="8153037" cy="3959119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C40724-79BA-4A81-91C1-7A0098681270}"/>
                </a:ext>
              </a:extLst>
            </p:cNvPr>
            <p:cNvSpPr/>
            <p:nvPr/>
          </p:nvSpPr>
          <p:spPr>
            <a:xfrm>
              <a:off x="4377267" y="372533"/>
              <a:ext cx="3606800" cy="27093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2048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4300B791-29E0-4F58-8EA6-878952D2EB18}"/>
              </a:ext>
            </a:extLst>
          </p:cNvPr>
          <p:cNvSpPr txBox="1"/>
          <p:nvPr/>
        </p:nvSpPr>
        <p:spPr>
          <a:xfrm>
            <a:off x="956733" y="621312"/>
            <a:ext cx="7010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8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8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8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8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a, b, c, d, L, count;</a:t>
            </a:r>
          </a:p>
          <a:p>
            <a:pPr lvl="1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 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 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b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 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 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 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L;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(a != 0 || b != 0 || c != 0 || d != 0 || L != 0) {</a:t>
            </a:r>
          </a:p>
          <a:p>
            <a:pPr lvl="2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count = 0;</a:t>
            </a:r>
          </a:p>
          <a:p>
            <a:pPr lvl="2"/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0; i &lt;= L; ++i) {</a:t>
            </a:r>
          </a:p>
          <a:p>
            <a:pPr lvl="3"/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((a *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*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b *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c) % d == 0)</a:t>
            </a:r>
          </a:p>
          <a:p>
            <a:pPr lvl="3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++count;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	}</a:t>
            </a:r>
          </a:p>
          <a:p>
            <a:pPr lvl="2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count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pPr lvl="2"/>
            <a:r>
              <a:rPr lang="en-US" altLang="zh-TW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a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b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c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d </a:t>
            </a:r>
            <a:r>
              <a:rPr lang="en-US" altLang="zh-TW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L;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1BCDBCD-E09A-4DBE-ACF4-8E6D032B8DEB}"/>
              </a:ext>
            </a:extLst>
          </p:cNvPr>
          <p:cNvSpPr txBox="1"/>
          <p:nvPr/>
        </p:nvSpPr>
        <p:spPr>
          <a:xfrm>
            <a:off x="9144000" y="2633133"/>
            <a:ext cx="74893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101</a:t>
            </a:r>
          </a:p>
          <a:p>
            <a:r>
              <a:rPr lang="zh-TW" altLang="en-US" dirty="0"/>
              <a:t>0</a:t>
            </a:r>
          </a:p>
          <a:p>
            <a:r>
              <a:rPr lang="zh-TW" altLang="en-US" dirty="0"/>
              <a:t>0</a:t>
            </a:r>
          </a:p>
          <a:p>
            <a:r>
              <a:rPr lang="zh-TW" altLang="en-US" dirty="0"/>
              <a:t>4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B802BFD-AA57-4BCE-AFE4-2892BB4893B2}"/>
              </a:ext>
            </a:extLst>
          </p:cNvPr>
          <p:cNvSpPr txBox="1"/>
          <p:nvPr/>
        </p:nvSpPr>
        <p:spPr>
          <a:xfrm>
            <a:off x="9144000" y="795867"/>
            <a:ext cx="1718733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0 0 10 5 100</a:t>
            </a:r>
          </a:p>
          <a:p>
            <a:r>
              <a:rPr lang="zh-TW" altLang="en-US" dirty="0"/>
              <a:t>0 0 10 6 100</a:t>
            </a:r>
          </a:p>
          <a:p>
            <a:r>
              <a:rPr lang="zh-TW" altLang="en-US" dirty="0"/>
              <a:t>1 2 3 4 5</a:t>
            </a:r>
          </a:p>
          <a:p>
            <a:r>
              <a:rPr lang="zh-TW" altLang="en-US" dirty="0"/>
              <a:t>1 2 3 3 5</a:t>
            </a:r>
          </a:p>
          <a:p>
            <a:r>
              <a:rPr lang="zh-TW" altLang="en-US" dirty="0"/>
              <a:t>0 0 0 0 0</a:t>
            </a:r>
          </a:p>
        </p:txBody>
      </p:sp>
    </p:spTree>
    <p:extLst>
      <p:ext uri="{BB962C8B-B14F-4D97-AF65-F5344CB8AC3E}">
        <p14:creationId xmlns:p14="http://schemas.microsoft.com/office/powerpoint/2010/main" val="156795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B1EF978-D45A-4AF5-8831-5029F3AA20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50" t="26173" r="32084" b="32146"/>
          <a:stretch/>
        </p:blipFill>
        <p:spPr>
          <a:xfrm>
            <a:off x="0" y="89018"/>
            <a:ext cx="9353006" cy="67689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FA6A357-8D26-486C-8B85-43BFB5831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50" t="68302" r="59665" b="16790"/>
          <a:stretch/>
        </p:blipFill>
        <p:spPr>
          <a:xfrm>
            <a:off x="9215099" y="2473234"/>
            <a:ext cx="2727495" cy="26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2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19F4BFE-7FA3-429F-BCF4-B3F88198C308}"/>
              </a:ext>
            </a:extLst>
          </p:cNvPr>
          <p:cNvSpPr txBox="1"/>
          <p:nvPr/>
        </p:nvSpPr>
        <p:spPr>
          <a:xfrm>
            <a:off x="5567086" y="5437452"/>
            <a:ext cx="1176867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43 19</a:t>
            </a:r>
          </a:p>
          <a:p>
            <a:r>
              <a:rPr lang="en-US" altLang="zh-TW" dirty="0"/>
              <a:t>1 2</a:t>
            </a:r>
          </a:p>
          <a:p>
            <a:r>
              <a:rPr lang="zh-TW" altLang="en-US" dirty="0"/>
              <a:t>15 5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6F13F3-B8FB-4878-8F81-9571579245CB}"/>
              </a:ext>
            </a:extLst>
          </p:cNvPr>
          <p:cNvSpPr txBox="1"/>
          <p:nvPr/>
        </p:nvSpPr>
        <p:spPr>
          <a:xfrm>
            <a:off x="296334" y="43458"/>
            <a:ext cx="4233333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&lt;vector&gt;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pPr lvl="1"/>
            <a:r>
              <a:rPr lang="pt-BR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n, m, q, r;</a:t>
            </a:r>
          </a:p>
          <a:p>
            <a:pPr lvl="1"/>
            <a:r>
              <a:rPr lang="en-US" altLang="zh-TW" sz="14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a;</a:t>
            </a:r>
          </a:p>
          <a:p>
            <a:pPr lvl="1"/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scanf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"%</a:t>
            </a:r>
            <a:r>
              <a:rPr lang="en-US" altLang="zh-TW" sz="14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d%d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&amp;n, &amp;m) != </a:t>
            </a:r>
            <a:r>
              <a:rPr lang="en-US" altLang="zh-TW" sz="1400" dirty="0">
                <a:solidFill>
                  <a:srgbClr val="6F008A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EOF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 {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(m &gt; 1) {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q = n / m;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 = n % m;</a:t>
            </a:r>
          </a:p>
          <a:p>
            <a:pPr lvl="3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a.push_back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(q);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 = m;</a:t>
            </a:r>
          </a:p>
          <a:p>
            <a:pPr lvl="3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 = r;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pPr lvl="2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a.push_back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(n);</a:t>
            </a:r>
          </a:p>
          <a:p>
            <a:pPr lvl="2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(m == 0)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a.pop_back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"[%d;"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a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0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 =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a.size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2"/>
            <a:r>
              <a:rPr lang="nn-NO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1; i &lt; n - 1; ++i)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printf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"%d,"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a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pPr lvl="2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if (m !=0)</a:t>
            </a:r>
          </a:p>
          <a:p>
            <a:pPr lvl="2"/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printf(</a:t>
            </a:r>
            <a:r>
              <a:rPr lang="pt-BR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"%d]\n"</a:t>
            </a:r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a</a:t>
            </a:r>
            <a:r>
              <a:rPr lang="pt-BR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 - 1</a:t>
            </a:r>
            <a:r>
              <a:rPr lang="pt-BR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</a:p>
          <a:p>
            <a:pPr lvl="2"/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else</a:t>
            </a:r>
          </a:p>
          <a:p>
            <a:pPr lvl="2"/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printf(</a:t>
            </a:r>
            <a:r>
              <a:rPr lang="pt-BR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“]\n"</a:t>
            </a:r>
            <a:r>
              <a:rPr lang="pt-BR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);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2"/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a.clear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pPr lvl="1"/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lvl="1"/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9F6D8D9-4740-4465-9EE9-DA3EF9867C1A}"/>
              </a:ext>
            </a:extLst>
          </p:cNvPr>
          <p:cNvSpPr txBox="1"/>
          <p:nvPr/>
        </p:nvSpPr>
        <p:spPr>
          <a:xfrm>
            <a:off x="7484850" y="5437452"/>
            <a:ext cx="117686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[2 ; 3,1,4]</a:t>
            </a:r>
          </a:p>
          <a:p>
            <a:r>
              <a:rPr lang="en-US" altLang="zh-TW" dirty="0"/>
              <a:t>[0 ; 2]</a:t>
            </a:r>
          </a:p>
          <a:p>
            <a:r>
              <a:rPr lang="zh-TW" altLang="en-US" dirty="0"/>
              <a:t>[3 ;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D43835D-FFE4-431E-8CC4-8840244121E6}"/>
                  </a:ext>
                </a:extLst>
              </p:cNvPr>
              <p:cNvSpPr txBox="1"/>
              <p:nvPr/>
            </p:nvSpPr>
            <p:spPr>
              <a:xfrm>
                <a:off x="4916958" y="385894"/>
                <a:ext cx="6660859" cy="711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 2+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  =  2+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=  2+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3+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dirty="0"/>
                  <a:t> =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3+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2+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3+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D43835D-FFE4-431E-8CC4-884024412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958" y="385894"/>
                <a:ext cx="6660859" cy="7114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8AB0E3B1-35CA-4FC4-B0AA-8016584AC6D0}"/>
              </a:ext>
            </a:extLst>
          </p:cNvPr>
          <p:cNvSpPr txBox="1"/>
          <p:nvPr/>
        </p:nvSpPr>
        <p:spPr>
          <a:xfrm>
            <a:off x="4682066" y="958883"/>
            <a:ext cx="718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n=43</a:t>
            </a:r>
          </a:p>
          <a:p>
            <a:r>
              <a:rPr lang="en-US" altLang="zh-TW" dirty="0"/>
              <a:t>m=19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BE98E2C-A292-4651-AFAE-E7077D6FB3F0}"/>
              </a:ext>
            </a:extLst>
          </p:cNvPr>
          <p:cNvSpPr txBox="1"/>
          <p:nvPr/>
        </p:nvSpPr>
        <p:spPr>
          <a:xfrm>
            <a:off x="5463640" y="958883"/>
            <a:ext cx="1083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q=n/m=2</a:t>
            </a:r>
          </a:p>
          <a:p>
            <a:r>
              <a:rPr lang="en-US" altLang="zh-TW" dirty="0"/>
              <a:t>r=</a:t>
            </a:r>
            <a:r>
              <a:rPr lang="en-US" altLang="zh-TW" dirty="0" err="1"/>
              <a:t>n%m</a:t>
            </a:r>
            <a:r>
              <a:rPr lang="en-US" altLang="zh-TW" dirty="0"/>
              <a:t>=5</a:t>
            </a:r>
          </a:p>
          <a:p>
            <a:r>
              <a:rPr lang="en-US" altLang="zh-TW" dirty="0"/>
              <a:t>a=[2]</a:t>
            </a:r>
          </a:p>
          <a:p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04F03EA-064D-4332-8787-0CD4664E2BCB}"/>
              </a:ext>
            </a:extLst>
          </p:cNvPr>
          <p:cNvSpPr txBox="1"/>
          <p:nvPr/>
        </p:nvSpPr>
        <p:spPr>
          <a:xfrm>
            <a:off x="7781374" y="1238447"/>
            <a:ext cx="1083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q=n/m=3</a:t>
            </a:r>
          </a:p>
          <a:p>
            <a:r>
              <a:rPr lang="en-US" altLang="zh-TW" dirty="0"/>
              <a:t>r=</a:t>
            </a:r>
            <a:r>
              <a:rPr lang="en-US" altLang="zh-TW" dirty="0" err="1"/>
              <a:t>n%m</a:t>
            </a:r>
            <a:r>
              <a:rPr lang="en-US" altLang="zh-TW" dirty="0"/>
              <a:t>=4</a:t>
            </a:r>
          </a:p>
          <a:p>
            <a:r>
              <a:rPr lang="en-US" altLang="zh-TW" dirty="0"/>
              <a:t>a=[2, 3]</a:t>
            </a:r>
          </a:p>
          <a:p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D0292F0-B659-4ECA-A377-E9E4BDF63694}"/>
              </a:ext>
            </a:extLst>
          </p:cNvPr>
          <p:cNvSpPr txBox="1"/>
          <p:nvPr/>
        </p:nvSpPr>
        <p:spPr>
          <a:xfrm>
            <a:off x="10012384" y="1238447"/>
            <a:ext cx="11929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q=n/m=1</a:t>
            </a:r>
          </a:p>
          <a:p>
            <a:r>
              <a:rPr lang="en-US" altLang="zh-TW" dirty="0"/>
              <a:t>r=</a:t>
            </a:r>
            <a:r>
              <a:rPr lang="en-US" altLang="zh-TW" dirty="0" err="1"/>
              <a:t>n%m</a:t>
            </a:r>
            <a:r>
              <a:rPr lang="en-US" altLang="zh-TW" dirty="0"/>
              <a:t>=1</a:t>
            </a:r>
          </a:p>
          <a:p>
            <a:r>
              <a:rPr lang="en-US" altLang="zh-TW" dirty="0"/>
              <a:t>a=[2, 3, 1]</a:t>
            </a:r>
          </a:p>
          <a:p>
            <a:r>
              <a:rPr lang="en-US" altLang="zh-TW" dirty="0"/>
              <a:t>n=m=4</a:t>
            </a:r>
          </a:p>
          <a:p>
            <a:r>
              <a:rPr lang="en-US" altLang="zh-TW" dirty="0"/>
              <a:t>m=r=1</a:t>
            </a:r>
          </a:p>
          <a:p>
            <a:r>
              <a:rPr lang="en-US" altLang="zh-TW" dirty="0"/>
              <a:t>a=[2,3,1,4]</a:t>
            </a:r>
          </a:p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94C318-6125-4A50-BEC5-5155EAA89266}"/>
              </a:ext>
            </a:extLst>
          </p:cNvPr>
          <p:cNvSpPr txBox="1"/>
          <p:nvPr/>
        </p:nvSpPr>
        <p:spPr>
          <a:xfrm>
            <a:off x="6680744" y="1097307"/>
            <a:ext cx="1013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n=m=19</a:t>
            </a:r>
          </a:p>
          <a:p>
            <a:r>
              <a:rPr lang="en-US" altLang="zh-TW" dirty="0"/>
              <a:t>m=r=5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9403887-91D9-41CB-AB36-56E2CA20845E}"/>
              </a:ext>
            </a:extLst>
          </p:cNvPr>
          <p:cNvSpPr txBox="1"/>
          <p:nvPr/>
        </p:nvSpPr>
        <p:spPr>
          <a:xfrm>
            <a:off x="8986897" y="1192280"/>
            <a:ext cx="903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n=m=5</a:t>
            </a:r>
          </a:p>
          <a:p>
            <a:r>
              <a:rPr lang="en-US" altLang="zh-TW" dirty="0"/>
              <a:t>m=r=4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E2BB3D8-0F7D-43F6-9156-ABA081D8D20D}"/>
                  </a:ext>
                </a:extLst>
              </p:cNvPr>
              <p:cNvSpPr txBox="1"/>
              <p:nvPr/>
            </p:nvSpPr>
            <p:spPr>
              <a:xfrm>
                <a:off x="7993340" y="2743731"/>
                <a:ext cx="1142942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E2BB3D8-0F7D-43F6-9156-ABA081D8D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340" y="2743731"/>
                <a:ext cx="1142942" cy="526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11B79CD4-7DD2-48B2-9B58-F13303561754}"/>
              </a:ext>
            </a:extLst>
          </p:cNvPr>
          <p:cNvSpPr txBox="1"/>
          <p:nvPr/>
        </p:nvSpPr>
        <p:spPr>
          <a:xfrm>
            <a:off x="8444921" y="3427388"/>
            <a:ext cx="10839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q=n/m=3</a:t>
            </a:r>
          </a:p>
          <a:p>
            <a:r>
              <a:rPr lang="en-US" altLang="zh-TW" dirty="0"/>
              <a:t>r=</a:t>
            </a:r>
            <a:r>
              <a:rPr lang="en-US" altLang="zh-TW" dirty="0" err="1"/>
              <a:t>n%m</a:t>
            </a:r>
            <a:r>
              <a:rPr lang="en-US" altLang="zh-TW" dirty="0"/>
              <a:t>=0</a:t>
            </a:r>
          </a:p>
          <a:p>
            <a:r>
              <a:rPr lang="en-US" altLang="zh-TW" dirty="0"/>
              <a:t>a=[3]</a:t>
            </a:r>
          </a:p>
          <a:p>
            <a:r>
              <a:rPr lang="en-US" altLang="zh-TW" dirty="0"/>
              <a:t>n=5</a:t>
            </a:r>
          </a:p>
          <a:p>
            <a:r>
              <a:rPr lang="en-US" altLang="zh-TW" dirty="0"/>
              <a:t>m=0</a:t>
            </a:r>
          </a:p>
          <a:p>
            <a:r>
              <a:rPr lang="en-US" altLang="zh-TW" dirty="0"/>
              <a:t>a=[3,5]</a:t>
            </a:r>
          </a:p>
          <a:p>
            <a:r>
              <a:rPr lang="en-US" altLang="zh-TW" dirty="0"/>
              <a:t>a=[3]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C795FF8-2C43-4E9A-9859-864D741CDEF9}"/>
                  </a:ext>
                </a:extLst>
              </p:cNvPr>
              <p:cNvSpPr txBox="1"/>
              <p:nvPr/>
            </p:nvSpPr>
            <p:spPr>
              <a:xfrm>
                <a:off x="5251498" y="2743731"/>
                <a:ext cx="101470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=0+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C795FF8-2C43-4E9A-9859-864D741CD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98" y="2743731"/>
                <a:ext cx="1014700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226E406B-C471-4E68-80F7-B6BFC996A77A}"/>
              </a:ext>
            </a:extLst>
          </p:cNvPr>
          <p:cNvSpPr txBox="1"/>
          <p:nvPr/>
        </p:nvSpPr>
        <p:spPr>
          <a:xfrm>
            <a:off x="7745310" y="3485344"/>
            <a:ext cx="655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n=15</a:t>
            </a:r>
          </a:p>
          <a:p>
            <a:r>
              <a:rPr lang="en-US" altLang="zh-TW" dirty="0"/>
              <a:t>m=5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BEB81FC-BE6A-4721-9D35-2CE833A5B8F0}"/>
              </a:ext>
            </a:extLst>
          </p:cNvPr>
          <p:cNvSpPr txBox="1"/>
          <p:nvPr/>
        </p:nvSpPr>
        <p:spPr>
          <a:xfrm>
            <a:off x="4965145" y="3429000"/>
            <a:ext cx="601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n=1</a:t>
            </a:r>
          </a:p>
          <a:p>
            <a:r>
              <a:rPr lang="en-US" altLang="zh-TW" dirty="0"/>
              <a:t>m=2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369BAA-45F3-4023-A237-CEF8D0CAD359}"/>
              </a:ext>
            </a:extLst>
          </p:cNvPr>
          <p:cNvSpPr txBox="1"/>
          <p:nvPr/>
        </p:nvSpPr>
        <p:spPr>
          <a:xfrm>
            <a:off x="5613545" y="3366743"/>
            <a:ext cx="10839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q=n/m=0</a:t>
            </a:r>
          </a:p>
          <a:p>
            <a:r>
              <a:rPr lang="en-US" altLang="zh-TW" dirty="0"/>
              <a:t>r=</a:t>
            </a:r>
            <a:r>
              <a:rPr lang="en-US" altLang="zh-TW" dirty="0" err="1"/>
              <a:t>n%m</a:t>
            </a:r>
            <a:r>
              <a:rPr lang="en-US" altLang="zh-TW" dirty="0"/>
              <a:t>=1</a:t>
            </a:r>
          </a:p>
          <a:p>
            <a:r>
              <a:rPr lang="en-US" altLang="zh-TW" dirty="0"/>
              <a:t>a=[0]</a:t>
            </a:r>
          </a:p>
          <a:p>
            <a:r>
              <a:rPr lang="en-US" altLang="zh-TW" dirty="0"/>
              <a:t>n=m=2</a:t>
            </a:r>
          </a:p>
          <a:p>
            <a:r>
              <a:rPr lang="en-US" altLang="zh-TW" dirty="0"/>
              <a:t>m=1</a:t>
            </a:r>
          </a:p>
          <a:p>
            <a:r>
              <a:rPr lang="en-US" altLang="zh-TW" dirty="0"/>
              <a:t>a=[0,2]</a:t>
            </a:r>
          </a:p>
        </p:txBody>
      </p:sp>
    </p:spTree>
    <p:extLst>
      <p:ext uri="{BB962C8B-B14F-4D97-AF65-F5344CB8AC3E}">
        <p14:creationId xmlns:p14="http://schemas.microsoft.com/office/powerpoint/2010/main" val="186412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563</Words>
  <Application>Microsoft Office PowerPoint</Application>
  <PresentationFormat>寬螢幕</PresentationFormat>
  <Paragraphs>101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 Shang-Kuan</dc:creator>
  <cp:lastModifiedBy>user</cp:lastModifiedBy>
  <cp:revision>13</cp:revision>
  <dcterms:created xsi:type="dcterms:W3CDTF">2025-03-22T00:28:31Z</dcterms:created>
  <dcterms:modified xsi:type="dcterms:W3CDTF">2025-03-28T05:51:07Z</dcterms:modified>
</cp:coreProperties>
</file>